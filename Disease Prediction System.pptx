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4"/>
  </p:notesMasterIdLst>
  <p:handoutMasterIdLst>
    <p:handoutMasterId r:id="rId15"/>
  </p:handoutMasterIdLst>
  <p:sldIdLst>
    <p:sldId id="258" r:id="rId5"/>
    <p:sldId id="259" r:id="rId6"/>
    <p:sldId id="262" r:id="rId7"/>
    <p:sldId id="264" r:id="rId8"/>
    <p:sldId id="265" r:id="rId9"/>
    <p:sldId id="261" r:id="rId10"/>
    <p:sldId id="263" r:id="rId11"/>
    <p:sldId id="266" r:id="rId12"/>
    <p:sldId id="26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33"/>
    <a:srgbClr val="3B3B3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napToObjects="1">
      <p:cViewPr varScale="1">
        <p:scale>
          <a:sx n="107" d="100"/>
          <a:sy n="107" d="100"/>
        </p:scale>
        <p:origin x="672" y="96"/>
      </p:cViewPr>
      <p:guideLst/>
    </p:cSldViewPr>
  </p:slideViewPr>
  <p:notesTextViewPr>
    <p:cViewPr>
      <p:scale>
        <a:sx n="1" d="1"/>
        <a:sy n="1" d="1"/>
      </p:scale>
      <p:origin x="0" y="0"/>
    </p:cViewPr>
  </p:notesTextViewPr>
  <p:notesViewPr>
    <p:cSldViewPr snapToGrid="0" snapToObjects="1">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BC86BE-957B-4556-B531-D75A6F618486}" type="doc">
      <dgm:prSet loTypeId="urn:microsoft.com/office/officeart/2005/8/layout/hierarchy2" loCatId="hierarchy" qsTypeId="urn:microsoft.com/office/officeart/2005/8/quickstyle/simple1" qsCatId="simple" csTypeId="urn:microsoft.com/office/officeart/2005/8/colors/accent3_5" csCatId="accent3" phldr="1"/>
      <dgm:spPr/>
      <dgm:t>
        <a:bodyPr/>
        <a:lstStyle/>
        <a:p>
          <a:endParaRPr lang="en-IN"/>
        </a:p>
      </dgm:t>
    </dgm:pt>
    <dgm:pt modelId="{20D2A959-02D1-4ABD-A740-07C487B3775D}">
      <dgm:prSet phldrT="[Text]"/>
      <dgm:spPr/>
      <dgm:t>
        <a:bodyPr/>
        <a:lstStyle/>
        <a:p>
          <a:r>
            <a:rPr lang="en-IN" dirty="0"/>
            <a:t>Start</a:t>
          </a:r>
        </a:p>
      </dgm:t>
    </dgm:pt>
    <dgm:pt modelId="{F14B4B74-8A04-43DE-804E-DE1B476C7EB9}" type="parTrans" cxnId="{DC7E8F18-2AA1-49C2-9FF9-1C89ACEFB334}">
      <dgm:prSet/>
      <dgm:spPr/>
      <dgm:t>
        <a:bodyPr/>
        <a:lstStyle/>
        <a:p>
          <a:endParaRPr lang="en-IN"/>
        </a:p>
      </dgm:t>
    </dgm:pt>
    <dgm:pt modelId="{F0463E9C-0E17-4BD7-A75E-19FB46D62452}" type="sibTrans" cxnId="{DC7E8F18-2AA1-49C2-9FF9-1C89ACEFB334}">
      <dgm:prSet/>
      <dgm:spPr/>
      <dgm:t>
        <a:bodyPr/>
        <a:lstStyle/>
        <a:p>
          <a:endParaRPr lang="en-IN"/>
        </a:p>
      </dgm:t>
    </dgm:pt>
    <dgm:pt modelId="{A4EEF3E7-1053-4B55-9026-79836D34ABB3}">
      <dgm:prSet phldrT="[Text]"/>
      <dgm:spPr/>
      <dgm:t>
        <a:bodyPr/>
        <a:lstStyle/>
        <a:p>
          <a:r>
            <a:rPr lang="en-US" dirty="0"/>
            <a:t>Random Forest Classifier</a:t>
          </a:r>
          <a:endParaRPr lang="en-IN" dirty="0"/>
        </a:p>
      </dgm:t>
    </dgm:pt>
    <dgm:pt modelId="{2500138D-61BA-47E5-8258-CAAA058F329C}" type="parTrans" cxnId="{6C8C276D-B036-4A03-88F3-E01EDA78AD9D}">
      <dgm:prSet/>
      <dgm:spPr/>
      <dgm:t>
        <a:bodyPr/>
        <a:lstStyle/>
        <a:p>
          <a:endParaRPr lang="en-IN"/>
        </a:p>
      </dgm:t>
    </dgm:pt>
    <dgm:pt modelId="{DA19C893-4D3E-4F56-9B93-0A46944233A2}" type="sibTrans" cxnId="{6C8C276D-B036-4A03-88F3-E01EDA78AD9D}">
      <dgm:prSet/>
      <dgm:spPr/>
      <dgm:t>
        <a:bodyPr/>
        <a:lstStyle/>
        <a:p>
          <a:endParaRPr lang="en-IN"/>
        </a:p>
      </dgm:t>
    </dgm:pt>
    <dgm:pt modelId="{F65922A4-691E-4D81-9976-CF3AAC9264DD}">
      <dgm:prSet phldrT="[Text]"/>
      <dgm:spPr/>
      <dgm:t>
        <a:bodyPr/>
        <a:lstStyle/>
        <a:p>
          <a:r>
            <a:rPr lang="en-US" dirty="0"/>
            <a:t>Predict using Random Forest Classifier</a:t>
          </a:r>
          <a:endParaRPr lang="en-IN" dirty="0"/>
        </a:p>
      </dgm:t>
    </dgm:pt>
    <dgm:pt modelId="{E9AD8522-016C-46BD-BE75-5D6C7B3DE1EE}" type="parTrans" cxnId="{FD6BC306-5AE5-41FC-A71A-5256E995CF24}">
      <dgm:prSet/>
      <dgm:spPr/>
      <dgm:t>
        <a:bodyPr/>
        <a:lstStyle/>
        <a:p>
          <a:endParaRPr lang="en-IN"/>
        </a:p>
      </dgm:t>
    </dgm:pt>
    <dgm:pt modelId="{5C99B3B8-4853-4EA4-8E84-D51BCB73A8D5}" type="sibTrans" cxnId="{FD6BC306-5AE5-41FC-A71A-5256E995CF24}">
      <dgm:prSet/>
      <dgm:spPr/>
      <dgm:t>
        <a:bodyPr/>
        <a:lstStyle/>
        <a:p>
          <a:endParaRPr lang="en-IN"/>
        </a:p>
      </dgm:t>
    </dgm:pt>
    <dgm:pt modelId="{BE26A027-EF7D-49DD-B5CA-01F1D9C040BD}">
      <dgm:prSet phldrT="[Text]"/>
      <dgm:spPr/>
      <dgm:t>
        <a:bodyPr/>
        <a:lstStyle/>
        <a:p>
          <a:r>
            <a:rPr lang="en-US" dirty="0"/>
            <a:t>Calculate Accuracy Score for Random Forest Classifier</a:t>
          </a:r>
          <a:endParaRPr lang="en-IN" dirty="0"/>
        </a:p>
      </dgm:t>
    </dgm:pt>
    <dgm:pt modelId="{F3AE8F6C-5B2A-402C-B8F8-702FA8C28B53}" type="parTrans" cxnId="{C5CE0E28-72F7-4EBD-915A-A82B468EC82A}">
      <dgm:prSet/>
      <dgm:spPr/>
      <dgm:t>
        <a:bodyPr/>
        <a:lstStyle/>
        <a:p>
          <a:endParaRPr lang="en-IN"/>
        </a:p>
      </dgm:t>
    </dgm:pt>
    <dgm:pt modelId="{BFB3A1D9-8461-4612-96AB-2C2AD344597C}" type="sibTrans" cxnId="{C5CE0E28-72F7-4EBD-915A-A82B468EC82A}">
      <dgm:prSet/>
      <dgm:spPr/>
      <dgm:t>
        <a:bodyPr/>
        <a:lstStyle/>
        <a:p>
          <a:endParaRPr lang="en-IN"/>
        </a:p>
      </dgm:t>
    </dgm:pt>
    <dgm:pt modelId="{0A6E20A1-81CD-4D84-8EBF-4FB51516CB4C}">
      <dgm:prSet phldrT="[Text]"/>
      <dgm:spPr/>
      <dgm:t>
        <a:bodyPr/>
        <a:lstStyle/>
        <a:p>
          <a:r>
            <a:rPr lang="en-IN" dirty="0"/>
            <a:t>Decision Tree Classifier</a:t>
          </a:r>
        </a:p>
      </dgm:t>
    </dgm:pt>
    <dgm:pt modelId="{6CDAD408-46F9-400A-9E6F-33987672DD47}" type="parTrans" cxnId="{02532734-C17F-466E-B4E3-D4173457AE99}">
      <dgm:prSet/>
      <dgm:spPr/>
      <dgm:t>
        <a:bodyPr/>
        <a:lstStyle/>
        <a:p>
          <a:endParaRPr lang="en-IN"/>
        </a:p>
      </dgm:t>
    </dgm:pt>
    <dgm:pt modelId="{1C9A5925-7168-41D7-9998-10533EAE34DF}" type="sibTrans" cxnId="{02532734-C17F-466E-B4E3-D4173457AE99}">
      <dgm:prSet/>
      <dgm:spPr/>
      <dgm:t>
        <a:bodyPr/>
        <a:lstStyle/>
        <a:p>
          <a:endParaRPr lang="en-IN"/>
        </a:p>
      </dgm:t>
    </dgm:pt>
    <dgm:pt modelId="{66DD19AF-8AE0-4520-AA65-1173E11D599F}">
      <dgm:prSet phldrT="[Text]"/>
      <dgm:spPr/>
      <dgm:t>
        <a:bodyPr/>
        <a:lstStyle/>
        <a:p>
          <a:r>
            <a:rPr lang="en-US" dirty="0"/>
            <a:t>Predict using Decision Tree Classifier</a:t>
          </a:r>
          <a:endParaRPr lang="en-IN" dirty="0"/>
        </a:p>
      </dgm:t>
    </dgm:pt>
    <dgm:pt modelId="{5BA8BE84-2093-42F8-B08E-5A73E2299E09}" type="parTrans" cxnId="{969B9F43-BAF9-4269-A2C5-34B642807F28}">
      <dgm:prSet/>
      <dgm:spPr/>
      <dgm:t>
        <a:bodyPr/>
        <a:lstStyle/>
        <a:p>
          <a:endParaRPr lang="en-IN"/>
        </a:p>
      </dgm:t>
    </dgm:pt>
    <dgm:pt modelId="{0E2A052C-1914-4ED2-94E9-B2CEC74408A1}" type="sibTrans" cxnId="{969B9F43-BAF9-4269-A2C5-34B642807F28}">
      <dgm:prSet/>
      <dgm:spPr/>
      <dgm:t>
        <a:bodyPr/>
        <a:lstStyle/>
        <a:p>
          <a:endParaRPr lang="en-IN"/>
        </a:p>
      </dgm:t>
    </dgm:pt>
    <dgm:pt modelId="{C930E216-4512-4768-A7F8-05CF3C0BE4A0}">
      <dgm:prSet phldrT="[Text]"/>
      <dgm:spPr/>
      <dgm:t>
        <a:bodyPr/>
        <a:lstStyle/>
        <a:p>
          <a:r>
            <a:rPr lang="en-IN"/>
            <a:t>Calculate Accuracy Score for Decision Tree Classifier</a:t>
          </a:r>
          <a:endParaRPr lang="en-IN" dirty="0"/>
        </a:p>
      </dgm:t>
    </dgm:pt>
    <dgm:pt modelId="{510C80C1-FFE2-4CB0-A9F0-7B8A2A6F6F12}" type="parTrans" cxnId="{7858552D-1336-4A4E-92E7-F6500A3F0F9F}">
      <dgm:prSet/>
      <dgm:spPr/>
      <dgm:t>
        <a:bodyPr/>
        <a:lstStyle/>
        <a:p>
          <a:endParaRPr lang="en-IN"/>
        </a:p>
      </dgm:t>
    </dgm:pt>
    <dgm:pt modelId="{FD05D207-D0F9-47D8-9938-397EE5C0E485}" type="sibTrans" cxnId="{7858552D-1336-4A4E-92E7-F6500A3F0F9F}">
      <dgm:prSet/>
      <dgm:spPr/>
      <dgm:t>
        <a:bodyPr/>
        <a:lstStyle/>
        <a:p>
          <a:endParaRPr lang="en-IN"/>
        </a:p>
      </dgm:t>
    </dgm:pt>
    <dgm:pt modelId="{8BA11F33-6243-4CAE-A26D-018B364D9286}" type="pres">
      <dgm:prSet presAssocID="{83BC86BE-957B-4556-B531-D75A6F618486}" presName="diagram" presStyleCnt="0">
        <dgm:presLayoutVars>
          <dgm:chPref val="1"/>
          <dgm:dir/>
          <dgm:animOne val="branch"/>
          <dgm:animLvl val="lvl"/>
          <dgm:resizeHandles val="exact"/>
        </dgm:presLayoutVars>
      </dgm:prSet>
      <dgm:spPr/>
    </dgm:pt>
    <dgm:pt modelId="{59803B83-3381-4EC7-A6FD-DFE95867DAA2}" type="pres">
      <dgm:prSet presAssocID="{20D2A959-02D1-4ABD-A740-07C487B3775D}" presName="root1" presStyleCnt="0"/>
      <dgm:spPr/>
    </dgm:pt>
    <dgm:pt modelId="{73386A5F-38B8-453D-89E5-18944A445F76}" type="pres">
      <dgm:prSet presAssocID="{20D2A959-02D1-4ABD-A740-07C487B3775D}" presName="LevelOneTextNode" presStyleLbl="node0" presStyleIdx="0" presStyleCnt="1">
        <dgm:presLayoutVars>
          <dgm:chPref val="3"/>
        </dgm:presLayoutVars>
      </dgm:prSet>
      <dgm:spPr/>
    </dgm:pt>
    <dgm:pt modelId="{19A10B36-6903-4DB7-A914-5D8BCB14ED0B}" type="pres">
      <dgm:prSet presAssocID="{20D2A959-02D1-4ABD-A740-07C487B3775D}" presName="level2hierChild" presStyleCnt="0"/>
      <dgm:spPr/>
    </dgm:pt>
    <dgm:pt modelId="{B060D784-D326-40A0-B684-2481E76D1258}" type="pres">
      <dgm:prSet presAssocID="{2500138D-61BA-47E5-8258-CAAA058F329C}" presName="conn2-1" presStyleLbl="parChTrans1D2" presStyleIdx="0" presStyleCnt="2"/>
      <dgm:spPr/>
    </dgm:pt>
    <dgm:pt modelId="{BE0DD7BA-0B99-4A21-87DA-B09CBB9FB682}" type="pres">
      <dgm:prSet presAssocID="{2500138D-61BA-47E5-8258-CAAA058F329C}" presName="connTx" presStyleLbl="parChTrans1D2" presStyleIdx="0" presStyleCnt="2"/>
      <dgm:spPr/>
    </dgm:pt>
    <dgm:pt modelId="{F49A9D94-9300-4723-8CA5-015B9C19EA3E}" type="pres">
      <dgm:prSet presAssocID="{A4EEF3E7-1053-4B55-9026-79836D34ABB3}" presName="root2" presStyleCnt="0"/>
      <dgm:spPr/>
    </dgm:pt>
    <dgm:pt modelId="{BBA8E927-42F1-49A4-9966-EE4EC856F362}" type="pres">
      <dgm:prSet presAssocID="{A4EEF3E7-1053-4B55-9026-79836D34ABB3}" presName="LevelTwoTextNode" presStyleLbl="node2" presStyleIdx="0" presStyleCnt="2" custLinFactNeighborY="24432">
        <dgm:presLayoutVars>
          <dgm:chPref val="3"/>
        </dgm:presLayoutVars>
      </dgm:prSet>
      <dgm:spPr/>
    </dgm:pt>
    <dgm:pt modelId="{DAF67DC4-4E10-4971-B936-9C8E67B0D993}" type="pres">
      <dgm:prSet presAssocID="{A4EEF3E7-1053-4B55-9026-79836D34ABB3}" presName="level3hierChild" presStyleCnt="0"/>
      <dgm:spPr/>
    </dgm:pt>
    <dgm:pt modelId="{9BA34FBD-9AC2-40DC-A477-B43D231982DF}" type="pres">
      <dgm:prSet presAssocID="{E9AD8522-016C-46BD-BE75-5D6C7B3DE1EE}" presName="conn2-1" presStyleLbl="parChTrans1D3" presStyleIdx="0" presStyleCnt="4"/>
      <dgm:spPr/>
    </dgm:pt>
    <dgm:pt modelId="{F8455B63-7CC5-445B-804B-847C8ABE04AE}" type="pres">
      <dgm:prSet presAssocID="{E9AD8522-016C-46BD-BE75-5D6C7B3DE1EE}" presName="connTx" presStyleLbl="parChTrans1D3" presStyleIdx="0" presStyleCnt="4"/>
      <dgm:spPr/>
    </dgm:pt>
    <dgm:pt modelId="{E3C54600-30B1-42FD-856E-E9A37528F282}" type="pres">
      <dgm:prSet presAssocID="{F65922A4-691E-4D81-9976-CF3AAC9264DD}" presName="root2" presStyleCnt="0"/>
      <dgm:spPr/>
    </dgm:pt>
    <dgm:pt modelId="{B05CCBC7-F863-4510-8B33-4221E33A3F05}" type="pres">
      <dgm:prSet presAssocID="{F65922A4-691E-4D81-9976-CF3AAC9264DD}" presName="LevelTwoTextNode" presStyleLbl="node3" presStyleIdx="0" presStyleCnt="4" custLinFactNeighborX="-2108" custLinFactNeighborY="-20452">
        <dgm:presLayoutVars>
          <dgm:chPref val="3"/>
        </dgm:presLayoutVars>
      </dgm:prSet>
      <dgm:spPr/>
    </dgm:pt>
    <dgm:pt modelId="{D3867DD6-AF25-4DBA-BA42-D5A0560A109D}" type="pres">
      <dgm:prSet presAssocID="{F65922A4-691E-4D81-9976-CF3AAC9264DD}" presName="level3hierChild" presStyleCnt="0"/>
      <dgm:spPr/>
    </dgm:pt>
    <dgm:pt modelId="{238DA388-809D-4239-BEC1-A8447AD23359}" type="pres">
      <dgm:prSet presAssocID="{F3AE8F6C-5B2A-402C-B8F8-702FA8C28B53}" presName="conn2-1" presStyleLbl="parChTrans1D3" presStyleIdx="1" presStyleCnt="4"/>
      <dgm:spPr/>
    </dgm:pt>
    <dgm:pt modelId="{4CCCE6E7-280B-4070-8688-AD11E9565466}" type="pres">
      <dgm:prSet presAssocID="{F3AE8F6C-5B2A-402C-B8F8-702FA8C28B53}" presName="connTx" presStyleLbl="parChTrans1D3" presStyleIdx="1" presStyleCnt="4"/>
      <dgm:spPr/>
    </dgm:pt>
    <dgm:pt modelId="{3EA9188D-7AFA-4ECE-AD7C-C5B247EDCDFB}" type="pres">
      <dgm:prSet presAssocID="{BE26A027-EF7D-49DD-B5CA-01F1D9C040BD}" presName="root2" presStyleCnt="0"/>
      <dgm:spPr/>
    </dgm:pt>
    <dgm:pt modelId="{7B92DDEA-2416-4525-AD72-FDB71708B9EC}" type="pres">
      <dgm:prSet presAssocID="{BE26A027-EF7D-49DD-B5CA-01F1D9C040BD}" presName="LevelTwoTextNode" presStyleLbl="node3" presStyleIdx="1" presStyleCnt="4" custLinFactNeighborX="-2108" custLinFactNeighborY="-15567">
        <dgm:presLayoutVars>
          <dgm:chPref val="3"/>
        </dgm:presLayoutVars>
      </dgm:prSet>
      <dgm:spPr/>
    </dgm:pt>
    <dgm:pt modelId="{911A9725-BC73-43E6-840F-FEF0759CFA8E}" type="pres">
      <dgm:prSet presAssocID="{BE26A027-EF7D-49DD-B5CA-01F1D9C040BD}" presName="level3hierChild" presStyleCnt="0"/>
      <dgm:spPr/>
    </dgm:pt>
    <dgm:pt modelId="{B1F38524-C3AE-4167-93ED-A6713DC4799F}" type="pres">
      <dgm:prSet presAssocID="{6CDAD408-46F9-400A-9E6F-33987672DD47}" presName="conn2-1" presStyleLbl="parChTrans1D2" presStyleIdx="1" presStyleCnt="2"/>
      <dgm:spPr/>
    </dgm:pt>
    <dgm:pt modelId="{CBCD5DF5-3ACF-46DD-B4B0-9CBD575264CA}" type="pres">
      <dgm:prSet presAssocID="{6CDAD408-46F9-400A-9E6F-33987672DD47}" presName="connTx" presStyleLbl="parChTrans1D2" presStyleIdx="1" presStyleCnt="2"/>
      <dgm:spPr/>
    </dgm:pt>
    <dgm:pt modelId="{1CCDBE8D-852F-4A5E-A1B1-E51D9DBEBF6E}" type="pres">
      <dgm:prSet presAssocID="{0A6E20A1-81CD-4D84-8EBF-4FB51516CB4C}" presName="root2" presStyleCnt="0"/>
      <dgm:spPr/>
    </dgm:pt>
    <dgm:pt modelId="{1EF84750-41FF-40B2-A3A5-DC189DB23140}" type="pres">
      <dgm:prSet presAssocID="{0A6E20A1-81CD-4D84-8EBF-4FB51516CB4C}" presName="LevelTwoTextNode" presStyleLbl="node2" presStyleIdx="1" presStyleCnt="2" custLinFactNeighborX="5247" custLinFactNeighborY="-38480">
        <dgm:presLayoutVars>
          <dgm:chPref val="3"/>
        </dgm:presLayoutVars>
      </dgm:prSet>
      <dgm:spPr/>
    </dgm:pt>
    <dgm:pt modelId="{6CF5BFF5-BEB2-4321-B107-CEF052B1BAD5}" type="pres">
      <dgm:prSet presAssocID="{0A6E20A1-81CD-4D84-8EBF-4FB51516CB4C}" presName="level3hierChild" presStyleCnt="0"/>
      <dgm:spPr/>
    </dgm:pt>
    <dgm:pt modelId="{C5733C17-1459-4ABF-868C-79A13E853281}" type="pres">
      <dgm:prSet presAssocID="{5BA8BE84-2093-42F8-B08E-5A73E2299E09}" presName="conn2-1" presStyleLbl="parChTrans1D3" presStyleIdx="2" presStyleCnt="4"/>
      <dgm:spPr/>
    </dgm:pt>
    <dgm:pt modelId="{83AD17E3-D174-4753-97AF-B76F237A7E94}" type="pres">
      <dgm:prSet presAssocID="{5BA8BE84-2093-42F8-B08E-5A73E2299E09}" presName="connTx" presStyleLbl="parChTrans1D3" presStyleIdx="2" presStyleCnt="4"/>
      <dgm:spPr/>
    </dgm:pt>
    <dgm:pt modelId="{FEAEB1D8-E59E-4FD2-A62D-60C9FC8DA6D8}" type="pres">
      <dgm:prSet presAssocID="{66DD19AF-8AE0-4520-AA65-1173E11D599F}" presName="root2" presStyleCnt="0"/>
      <dgm:spPr/>
    </dgm:pt>
    <dgm:pt modelId="{DDCE3660-9216-4570-A790-CBAEE7D1D770}" type="pres">
      <dgm:prSet presAssocID="{66DD19AF-8AE0-4520-AA65-1173E11D599F}" presName="LevelTwoTextNode" presStyleLbl="node3" presStyleIdx="2" presStyleCnt="4" custLinFactNeighborX="-2108" custLinFactNeighborY="-14544">
        <dgm:presLayoutVars>
          <dgm:chPref val="3"/>
        </dgm:presLayoutVars>
      </dgm:prSet>
      <dgm:spPr/>
    </dgm:pt>
    <dgm:pt modelId="{B6484480-A3B0-4963-A184-551E4BAE07B5}" type="pres">
      <dgm:prSet presAssocID="{66DD19AF-8AE0-4520-AA65-1173E11D599F}" presName="level3hierChild" presStyleCnt="0"/>
      <dgm:spPr/>
    </dgm:pt>
    <dgm:pt modelId="{8D1905AB-67C7-4FB6-B137-52DDB3C4EAD5}" type="pres">
      <dgm:prSet presAssocID="{510C80C1-FFE2-4CB0-A9F0-7B8A2A6F6F12}" presName="conn2-1" presStyleLbl="parChTrans1D3" presStyleIdx="3" presStyleCnt="4"/>
      <dgm:spPr/>
    </dgm:pt>
    <dgm:pt modelId="{13E40420-7183-411B-84FE-B745198D1651}" type="pres">
      <dgm:prSet presAssocID="{510C80C1-FFE2-4CB0-A9F0-7B8A2A6F6F12}" presName="connTx" presStyleLbl="parChTrans1D3" presStyleIdx="3" presStyleCnt="4"/>
      <dgm:spPr/>
    </dgm:pt>
    <dgm:pt modelId="{88019710-07C9-4FDC-9991-54F88FD1C5DB}" type="pres">
      <dgm:prSet presAssocID="{C930E216-4512-4768-A7F8-05CF3C0BE4A0}" presName="root2" presStyleCnt="0"/>
      <dgm:spPr/>
    </dgm:pt>
    <dgm:pt modelId="{4EEDACC4-CC13-4233-B6DC-9C134272CA12}" type="pres">
      <dgm:prSet presAssocID="{C930E216-4512-4768-A7F8-05CF3C0BE4A0}" presName="LevelTwoTextNode" presStyleLbl="node3" presStyleIdx="3" presStyleCnt="4">
        <dgm:presLayoutVars>
          <dgm:chPref val="3"/>
        </dgm:presLayoutVars>
      </dgm:prSet>
      <dgm:spPr/>
    </dgm:pt>
    <dgm:pt modelId="{5E8A8FA9-7B0F-40E3-899E-DE69FC87BCA0}" type="pres">
      <dgm:prSet presAssocID="{C930E216-4512-4768-A7F8-05CF3C0BE4A0}" presName="level3hierChild" presStyleCnt="0"/>
      <dgm:spPr/>
    </dgm:pt>
  </dgm:ptLst>
  <dgm:cxnLst>
    <dgm:cxn modelId="{1D2C5500-F635-481B-83C7-2A35476B304A}" type="presOf" srcId="{510C80C1-FFE2-4CB0-A9F0-7B8A2A6F6F12}" destId="{13E40420-7183-411B-84FE-B745198D1651}" srcOrd="1" destOrd="0" presId="urn:microsoft.com/office/officeart/2005/8/layout/hierarchy2"/>
    <dgm:cxn modelId="{FD6BC306-5AE5-41FC-A71A-5256E995CF24}" srcId="{A4EEF3E7-1053-4B55-9026-79836D34ABB3}" destId="{F65922A4-691E-4D81-9976-CF3AAC9264DD}" srcOrd="0" destOrd="0" parTransId="{E9AD8522-016C-46BD-BE75-5D6C7B3DE1EE}" sibTransId="{5C99B3B8-4853-4EA4-8E84-D51BCB73A8D5}"/>
    <dgm:cxn modelId="{8987B716-6FD4-4255-8EE4-0B8CAE73D084}" type="presOf" srcId="{A4EEF3E7-1053-4B55-9026-79836D34ABB3}" destId="{BBA8E927-42F1-49A4-9966-EE4EC856F362}" srcOrd="0" destOrd="0" presId="urn:microsoft.com/office/officeart/2005/8/layout/hierarchy2"/>
    <dgm:cxn modelId="{DC7E8F18-2AA1-49C2-9FF9-1C89ACEFB334}" srcId="{83BC86BE-957B-4556-B531-D75A6F618486}" destId="{20D2A959-02D1-4ABD-A740-07C487B3775D}" srcOrd="0" destOrd="0" parTransId="{F14B4B74-8A04-43DE-804E-DE1B476C7EB9}" sibTransId="{F0463E9C-0E17-4BD7-A75E-19FB46D62452}"/>
    <dgm:cxn modelId="{C5CE0E28-72F7-4EBD-915A-A82B468EC82A}" srcId="{A4EEF3E7-1053-4B55-9026-79836D34ABB3}" destId="{BE26A027-EF7D-49DD-B5CA-01F1D9C040BD}" srcOrd="1" destOrd="0" parTransId="{F3AE8F6C-5B2A-402C-B8F8-702FA8C28B53}" sibTransId="{BFB3A1D9-8461-4612-96AB-2C2AD344597C}"/>
    <dgm:cxn modelId="{8240F129-D9F9-4321-9B26-0D7CBB60985A}" type="presOf" srcId="{C930E216-4512-4768-A7F8-05CF3C0BE4A0}" destId="{4EEDACC4-CC13-4233-B6DC-9C134272CA12}" srcOrd="0" destOrd="0" presId="urn:microsoft.com/office/officeart/2005/8/layout/hierarchy2"/>
    <dgm:cxn modelId="{7858552D-1336-4A4E-92E7-F6500A3F0F9F}" srcId="{0A6E20A1-81CD-4D84-8EBF-4FB51516CB4C}" destId="{C930E216-4512-4768-A7F8-05CF3C0BE4A0}" srcOrd="1" destOrd="0" parTransId="{510C80C1-FFE2-4CB0-A9F0-7B8A2A6F6F12}" sibTransId="{FD05D207-D0F9-47D8-9938-397EE5C0E485}"/>
    <dgm:cxn modelId="{02532734-C17F-466E-B4E3-D4173457AE99}" srcId="{20D2A959-02D1-4ABD-A740-07C487B3775D}" destId="{0A6E20A1-81CD-4D84-8EBF-4FB51516CB4C}" srcOrd="1" destOrd="0" parTransId="{6CDAD408-46F9-400A-9E6F-33987672DD47}" sibTransId="{1C9A5925-7168-41D7-9998-10533EAE34DF}"/>
    <dgm:cxn modelId="{575E933D-DC4A-4BB1-A2FB-CB0D6D23F6A7}" type="presOf" srcId="{F65922A4-691E-4D81-9976-CF3AAC9264DD}" destId="{B05CCBC7-F863-4510-8B33-4221E33A3F05}" srcOrd="0" destOrd="0" presId="urn:microsoft.com/office/officeart/2005/8/layout/hierarchy2"/>
    <dgm:cxn modelId="{917AF35F-1F91-47A3-B4EB-D7C50549D6DA}" type="presOf" srcId="{E9AD8522-016C-46BD-BE75-5D6C7B3DE1EE}" destId="{F8455B63-7CC5-445B-804B-847C8ABE04AE}" srcOrd="1" destOrd="0" presId="urn:microsoft.com/office/officeart/2005/8/layout/hierarchy2"/>
    <dgm:cxn modelId="{969B9F43-BAF9-4269-A2C5-34B642807F28}" srcId="{0A6E20A1-81CD-4D84-8EBF-4FB51516CB4C}" destId="{66DD19AF-8AE0-4520-AA65-1173E11D599F}" srcOrd="0" destOrd="0" parTransId="{5BA8BE84-2093-42F8-B08E-5A73E2299E09}" sibTransId="{0E2A052C-1914-4ED2-94E9-B2CEC74408A1}"/>
    <dgm:cxn modelId="{4D5CD565-39A3-49BD-A107-EDD125CF76AB}" type="presOf" srcId="{BE26A027-EF7D-49DD-B5CA-01F1D9C040BD}" destId="{7B92DDEA-2416-4525-AD72-FDB71708B9EC}" srcOrd="0" destOrd="0" presId="urn:microsoft.com/office/officeart/2005/8/layout/hierarchy2"/>
    <dgm:cxn modelId="{6C8C276D-B036-4A03-88F3-E01EDA78AD9D}" srcId="{20D2A959-02D1-4ABD-A740-07C487B3775D}" destId="{A4EEF3E7-1053-4B55-9026-79836D34ABB3}" srcOrd="0" destOrd="0" parTransId="{2500138D-61BA-47E5-8258-CAAA058F329C}" sibTransId="{DA19C893-4D3E-4F56-9B93-0A46944233A2}"/>
    <dgm:cxn modelId="{9D9AD652-6A0F-4BE2-B1B5-F599D119623F}" type="presOf" srcId="{2500138D-61BA-47E5-8258-CAAA058F329C}" destId="{BE0DD7BA-0B99-4A21-87DA-B09CBB9FB682}" srcOrd="1" destOrd="0" presId="urn:microsoft.com/office/officeart/2005/8/layout/hierarchy2"/>
    <dgm:cxn modelId="{3AC13B75-9258-4214-A1AB-D2F563B483F5}" type="presOf" srcId="{2500138D-61BA-47E5-8258-CAAA058F329C}" destId="{B060D784-D326-40A0-B684-2481E76D1258}" srcOrd="0" destOrd="0" presId="urn:microsoft.com/office/officeart/2005/8/layout/hierarchy2"/>
    <dgm:cxn modelId="{24E1B37D-C00C-4C29-82F6-399FB72E69BB}" type="presOf" srcId="{20D2A959-02D1-4ABD-A740-07C487B3775D}" destId="{73386A5F-38B8-453D-89E5-18944A445F76}" srcOrd="0" destOrd="0" presId="urn:microsoft.com/office/officeart/2005/8/layout/hierarchy2"/>
    <dgm:cxn modelId="{540B8F84-FEA8-4173-8DD6-D9A3ABDD314F}" type="presOf" srcId="{5BA8BE84-2093-42F8-B08E-5A73E2299E09}" destId="{C5733C17-1459-4ABF-868C-79A13E853281}" srcOrd="0" destOrd="0" presId="urn:microsoft.com/office/officeart/2005/8/layout/hierarchy2"/>
    <dgm:cxn modelId="{8EFEFA96-0EB4-4D86-9892-0CA7A5391F77}" type="presOf" srcId="{66DD19AF-8AE0-4520-AA65-1173E11D599F}" destId="{DDCE3660-9216-4570-A790-CBAEE7D1D770}" srcOrd="0" destOrd="0" presId="urn:microsoft.com/office/officeart/2005/8/layout/hierarchy2"/>
    <dgm:cxn modelId="{21D270B3-8D8C-4E12-AE90-513C6FB5BEBF}" type="presOf" srcId="{F3AE8F6C-5B2A-402C-B8F8-702FA8C28B53}" destId="{4CCCE6E7-280B-4070-8688-AD11E9565466}" srcOrd="1" destOrd="0" presId="urn:microsoft.com/office/officeart/2005/8/layout/hierarchy2"/>
    <dgm:cxn modelId="{EBBFEDB5-3056-4401-9563-05195A8B76C3}" type="presOf" srcId="{E9AD8522-016C-46BD-BE75-5D6C7B3DE1EE}" destId="{9BA34FBD-9AC2-40DC-A477-B43D231982DF}" srcOrd="0" destOrd="0" presId="urn:microsoft.com/office/officeart/2005/8/layout/hierarchy2"/>
    <dgm:cxn modelId="{E9460BCB-7B26-44C9-B2CD-2013E96D35CA}" type="presOf" srcId="{6CDAD408-46F9-400A-9E6F-33987672DD47}" destId="{B1F38524-C3AE-4167-93ED-A6713DC4799F}" srcOrd="0" destOrd="0" presId="urn:microsoft.com/office/officeart/2005/8/layout/hierarchy2"/>
    <dgm:cxn modelId="{DA5282D7-EA90-47AE-A911-05688B405FCB}" type="presOf" srcId="{83BC86BE-957B-4556-B531-D75A6F618486}" destId="{8BA11F33-6243-4CAE-A26D-018B364D9286}" srcOrd="0" destOrd="0" presId="urn:microsoft.com/office/officeart/2005/8/layout/hierarchy2"/>
    <dgm:cxn modelId="{03F3BBD8-893C-470C-9470-1EEE524142CA}" type="presOf" srcId="{510C80C1-FFE2-4CB0-A9F0-7B8A2A6F6F12}" destId="{8D1905AB-67C7-4FB6-B137-52DDB3C4EAD5}" srcOrd="0" destOrd="0" presId="urn:microsoft.com/office/officeart/2005/8/layout/hierarchy2"/>
    <dgm:cxn modelId="{16D094EC-0111-4783-80BC-15FB43F1B11E}" type="presOf" srcId="{5BA8BE84-2093-42F8-B08E-5A73E2299E09}" destId="{83AD17E3-D174-4753-97AF-B76F237A7E94}" srcOrd="1" destOrd="0" presId="urn:microsoft.com/office/officeart/2005/8/layout/hierarchy2"/>
    <dgm:cxn modelId="{8CEB17ED-3E42-4AD7-B4BB-D5767416A2D6}" type="presOf" srcId="{6CDAD408-46F9-400A-9E6F-33987672DD47}" destId="{CBCD5DF5-3ACF-46DD-B4B0-9CBD575264CA}" srcOrd="1" destOrd="0" presId="urn:microsoft.com/office/officeart/2005/8/layout/hierarchy2"/>
    <dgm:cxn modelId="{5682C3F6-2992-4677-A7EF-7827F715CC94}" type="presOf" srcId="{0A6E20A1-81CD-4D84-8EBF-4FB51516CB4C}" destId="{1EF84750-41FF-40B2-A3A5-DC189DB23140}" srcOrd="0" destOrd="0" presId="urn:microsoft.com/office/officeart/2005/8/layout/hierarchy2"/>
    <dgm:cxn modelId="{0AC068FA-103C-4F56-9708-294ED0FB59E7}" type="presOf" srcId="{F3AE8F6C-5B2A-402C-B8F8-702FA8C28B53}" destId="{238DA388-809D-4239-BEC1-A8447AD23359}" srcOrd="0" destOrd="0" presId="urn:microsoft.com/office/officeart/2005/8/layout/hierarchy2"/>
    <dgm:cxn modelId="{BBFD254A-4E14-4ACD-AF07-C2C05CA1F695}" type="presParOf" srcId="{8BA11F33-6243-4CAE-A26D-018B364D9286}" destId="{59803B83-3381-4EC7-A6FD-DFE95867DAA2}" srcOrd="0" destOrd="0" presId="urn:microsoft.com/office/officeart/2005/8/layout/hierarchy2"/>
    <dgm:cxn modelId="{0C4F2522-AC1D-49D8-A5F3-C87AA1C0B1AB}" type="presParOf" srcId="{59803B83-3381-4EC7-A6FD-DFE95867DAA2}" destId="{73386A5F-38B8-453D-89E5-18944A445F76}" srcOrd="0" destOrd="0" presId="urn:microsoft.com/office/officeart/2005/8/layout/hierarchy2"/>
    <dgm:cxn modelId="{6345A371-1F6C-46C5-B7CF-C0FBC808A52B}" type="presParOf" srcId="{59803B83-3381-4EC7-A6FD-DFE95867DAA2}" destId="{19A10B36-6903-4DB7-A914-5D8BCB14ED0B}" srcOrd="1" destOrd="0" presId="urn:microsoft.com/office/officeart/2005/8/layout/hierarchy2"/>
    <dgm:cxn modelId="{88F1B2CD-3CF7-4230-91A8-3185E155DB82}" type="presParOf" srcId="{19A10B36-6903-4DB7-A914-5D8BCB14ED0B}" destId="{B060D784-D326-40A0-B684-2481E76D1258}" srcOrd="0" destOrd="0" presId="urn:microsoft.com/office/officeart/2005/8/layout/hierarchy2"/>
    <dgm:cxn modelId="{F1C110D3-22A0-4393-8A59-35C06058744D}" type="presParOf" srcId="{B060D784-D326-40A0-B684-2481E76D1258}" destId="{BE0DD7BA-0B99-4A21-87DA-B09CBB9FB682}" srcOrd="0" destOrd="0" presId="urn:microsoft.com/office/officeart/2005/8/layout/hierarchy2"/>
    <dgm:cxn modelId="{84DCE4AD-C6E5-41A6-8ADC-1F5F4885D731}" type="presParOf" srcId="{19A10B36-6903-4DB7-A914-5D8BCB14ED0B}" destId="{F49A9D94-9300-4723-8CA5-015B9C19EA3E}" srcOrd="1" destOrd="0" presId="urn:microsoft.com/office/officeart/2005/8/layout/hierarchy2"/>
    <dgm:cxn modelId="{D87D20C9-F0DC-468E-9B6B-4587B0BF8512}" type="presParOf" srcId="{F49A9D94-9300-4723-8CA5-015B9C19EA3E}" destId="{BBA8E927-42F1-49A4-9966-EE4EC856F362}" srcOrd="0" destOrd="0" presId="urn:microsoft.com/office/officeart/2005/8/layout/hierarchy2"/>
    <dgm:cxn modelId="{0D663C5A-87C7-429C-A7A6-AAFAD56F125F}" type="presParOf" srcId="{F49A9D94-9300-4723-8CA5-015B9C19EA3E}" destId="{DAF67DC4-4E10-4971-B936-9C8E67B0D993}" srcOrd="1" destOrd="0" presId="urn:microsoft.com/office/officeart/2005/8/layout/hierarchy2"/>
    <dgm:cxn modelId="{BF3FBEBB-A94F-4DA8-AF1B-4030DE521D08}" type="presParOf" srcId="{DAF67DC4-4E10-4971-B936-9C8E67B0D993}" destId="{9BA34FBD-9AC2-40DC-A477-B43D231982DF}" srcOrd="0" destOrd="0" presId="urn:microsoft.com/office/officeart/2005/8/layout/hierarchy2"/>
    <dgm:cxn modelId="{337E45A4-CDFA-47D0-A7B5-DBE834BC73D2}" type="presParOf" srcId="{9BA34FBD-9AC2-40DC-A477-B43D231982DF}" destId="{F8455B63-7CC5-445B-804B-847C8ABE04AE}" srcOrd="0" destOrd="0" presId="urn:microsoft.com/office/officeart/2005/8/layout/hierarchy2"/>
    <dgm:cxn modelId="{5B9C33CC-604F-4F59-85A6-7EA2916F7FE4}" type="presParOf" srcId="{DAF67DC4-4E10-4971-B936-9C8E67B0D993}" destId="{E3C54600-30B1-42FD-856E-E9A37528F282}" srcOrd="1" destOrd="0" presId="urn:microsoft.com/office/officeart/2005/8/layout/hierarchy2"/>
    <dgm:cxn modelId="{1BAFA009-2DA5-4DC9-B72B-05EE6B5AA44A}" type="presParOf" srcId="{E3C54600-30B1-42FD-856E-E9A37528F282}" destId="{B05CCBC7-F863-4510-8B33-4221E33A3F05}" srcOrd="0" destOrd="0" presId="urn:microsoft.com/office/officeart/2005/8/layout/hierarchy2"/>
    <dgm:cxn modelId="{A4DE2229-B04B-4AF7-8257-BDAD5EBFB885}" type="presParOf" srcId="{E3C54600-30B1-42FD-856E-E9A37528F282}" destId="{D3867DD6-AF25-4DBA-BA42-D5A0560A109D}" srcOrd="1" destOrd="0" presId="urn:microsoft.com/office/officeart/2005/8/layout/hierarchy2"/>
    <dgm:cxn modelId="{B81BF4AB-5222-4DDB-A8B4-D283C214B706}" type="presParOf" srcId="{DAF67DC4-4E10-4971-B936-9C8E67B0D993}" destId="{238DA388-809D-4239-BEC1-A8447AD23359}" srcOrd="2" destOrd="0" presId="urn:microsoft.com/office/officeart/2005/8/layout/hierarchy2"/>
    <dgm:cxn modelId="{7F053285-A93F-4CE4-AF69-4E0F7BAC984F}" type="presParOf" srcId="{238DA388-809D-4239-BEC1-A8447AD23359}" destId="{4CCCE6E7-280B-4070-8688-AD11E9565466}" srcOrd="0" destOrd="0" presId="urn:microsoft.com/office/officeart/2005/8/layout/hierarchy2"/>
    <dgm:cxn modelId="{B9925089-FBFF-4F11-A311-0EBD9BA5F55F}" type="presParOf" srcId="{DAF67DC4-4E10-4971-B936-9C8E67B0D993}" destId="{3EA9188D-7AFA-4ECE-AD7C-C5B247EDCDFB}" srcOrd="3" destOrd="0" presId="urn:microsoft.com/office/officeart/2005/8/layout/hierarchy2"/>
    <dgm:cxn modelId="{A9B168CD-56B9-4E1C-940E-E8C7A15DA379}" type="presParOf" srcId="{3EA9188D-7AFA-4ECE-AD7C-C5B247EDCDFB}" destId="{7B92DDEA-2416-4525-AD72-FDB71708B9EC}" srcOrd="0" destOrd="0" presId="urn:microsoft.com/office/officeart/2005/8/layout/hierarchy2"/>
    <dgm:cxn modelId="{62F4B4D8-9070-4DC3-8FDC-5640D3AE40AE}" type="presParOf" srcId="{3EA9188D-7AFA-4ECE-AD7C-C5B247EDCDFB}" destId="{911A9725-BC73-43E6-840F-FEF0759CFA8E}" srcOrd="1" destOrd="0" presId="urn:microsoft.com/office/officeart/2005/8/layout/hierarchy2"/>
    <dgm:cxn modelId="{00C9541D-EAB1-4821-A6E5-43CCE3368480}" type="presParOf" srcId="{19A10B36-6903-4DB7-A914-5D8BCB14ED0B}" destId="{B1F38524-C3AE-4167-93ED-A6713DC4799F}" srcOrd="2" destOrd="0" presId="urn:microsoft.com/office/officeart/2005/8/layout/hierarchy2"/>
    <dgm:cxn modelId="{C0A89101-DF33-4C52-BD10-F60C2214B0CA}" type="presParOf" srcId="{B1F38524-C3AE-4167-93ED-A6713DC4799F}" destId="{CBCD5DF5-3ACF-46DD-B4B0-9CBD575264CA}" srcOrd="0" destOrd="0" presId="urn:microsoft.com/office/officeart/2005/8/layout/hierarchy2"/>
    <dgm:cxn modelId="{9192B061-27BA-417F-8535-582AC78AACA3}" type="presParOf" srcId="{19A10B36-6903-4DB7-A914-5D8BCB14ED0B}" destId="{1CCDBE8D-852F-4A5E-A1B1-E51D9DBEBF6E}" srcOrd="3" destOrd="0" presId="urn:microsoft.com/office/officeart/2005/8/layout/hierarchy2"/>
    <dgm:cxn modelId="{F4892382-D239-46CF-A401-8CF37D5291B0}" type="presParOf" srcId="{1CCDBE8D-852F-4A5E-A1B1-E51D9DBEBF6E}" destId="{1EF84750-41FF-40B2-A3A5-DC189DB23140}" srcOrd="0" destOrd="0" presId="urn:microsoft.com/office/officeart/2005/8/layout/hierarchy2"/>
    <dgm:cxn modelId="{B2E24174-08C0-4FC7-9CF5-C994F0F26AD1}" type="presParOf" srcId="{1CCDBE8D-852F-4A5E-A1B1-E51D9DBEBF6E}" destId="{6CF5BFF5-BEB2-4321-B107-CEF052B1BAD5}" srcOrd="1" destOrd="0" presId="urn:microsoft.com/office/officeart/2005/8/layout/hierarchy2"/>
    <dgm:cxn modelId="{DC5290AC-AAC8-4096-B912-B281E8CB5A2D}" type="presParOf" srcId="{6CF5BFF5-BEB2-4321-B107-CEF052B1BAD5}" destId="{C5733C17-1459-4ABF-868C-79A13E853281}" srcOrd="0" destOrd="0" presId="urn:microsoft.com/office/officeart/2005/8/layout/hierarchy2"/>
    <dgm:cxn modelId="{C81A07AC-8344-4B7A-AA38-E21ACF4A30C9}" type="presParOf" srcId="{C5733C17-1459-4ABF-868C-79A13E853281}" destId="{83AD17E3-D174-4753-97AF-B76F237A7E94}" srcOrd="0" destOrd="0" presId="urn:microsoft.com/office/officeart/2005/8/layout/hierarchy2"/>
    <dgm:cxn modelId="{87073F4E-9E53-4191-AC6A-2332DDECE61A}" type="presParOf" srcId="{6CF5BFF5-BEB2-4321-B107-CEF052B1BAD5}" destId="{FEAEB1D8-E59E-4FD2-A62D-60C9FC8DA6D8}" srcOrd="1" destOrd="0" presId="urn:microsoft.com/office/officeart/2005/8/layout/hierarchy2"/>
    <dgm:cxn modelId="{381B5108-DAD9-4095-BA31-E2607EB85DE9}" type="presParOf" srcId="{FEAEB1D8-E59E-4FD2-A62D-60C9FC8DA6D8}" destId="{DDCE3660-9216-4570-A790-CBAEE7D1D770}" srcOrd="0" destOrd="0" presId="urn:microsoft.com/office/officeart/2005/8/layout/hierarchy2"/>
    <dgm:cxn modelId="{F985FB5E-7D91-435E-8AA9-5E4E896F5DF3}" type="presParOf" srcId="{FEAEB1D8-E59E-4FD2-A62D-60C9FC8DA6D8}" destId="{B6484480-A3B0-4963-A184-551E4BAE07B5}" srcOrd="1" destOrd="0" presId="urn:microsoft.com/office/officeart/2005/8/layout/hierarchy2"/>
    <dgm:cxn modelId="{2A76E48E-8591-42A2-87F5-54AFEFC7837D}" type="presParOf" srcId="{6CF5BFF5-BEB2-4321-B107-CEF052B1BAD5}" destId="{8D1905AB-67C7-4FB6-B137-52DDB3C4EAD5}" srcOrd="2" destOrd="0" presId="urn:microsoft.com/office/officeart/2005/8/layout/hierarchy2"/>
    <dgm:cxn modelId="{2000A58D-1F42-40E1-9E2F-1857F120F497}" type="presParOf" srcId="{8D1905AB-67C7-4FB6-B137-52DDB3C4EAD5}" destId="{13E40420-7183-411B-84FE-B745198D1651}" srcOrd="0" destOrd="0" presId="urn:microsoft.com/office/officeart/2005/8/layout/hierarchy2"/>
    <dgm:cxn modelId="{CF8C11A6-679A-47FD-968B-EC20CC489A9A}" type="presParOf" srcId="{6CF5BFF5-BEB2-4321-B107-CEF052B1BAD5}" destId="{88019710-07C9-4FDC-9991-54F88FD1C5DB}" srcOrd="3" destOrd="0" presId="urn:microsoft.com/office/officeart/2005/8/layout/hierarchy2"/>
    <dgm:cxn modelId="{2D0B89DF-6554-4B02-A9E8-3CE2C049C58D}" type="presParOf" srcId="{88019710-07C9-4FDC-9991-54F88FD1C5DB}" destId="{4EEDACC4-CC13-4233-B6DC-9C134272CA12}" srcOrd="0" destOrd="0" presId="urn:microsoft.com/office/officeart/2005/8/layout/hierarchy2"/>
    <dgm:cxn modelId="{FD7360BD-1DDF-4BA1-B402-ED37AAE408C1}" type="presParOf" srcId="{88019710-07C9-4FDC-9991-54F88FD1C5DB}" destId="{5E8A8FA9-7B0F-40E3-899E-DE69FC87BCA0}"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86A5F-38B8-453D-89E5-18944A445F76}">
      <dsp:nvSpPr>
        <dsp:cNvPr id="0" name=""/>
        <dsp:cNvSpPr/>
      </dsp:nvSpPr>
      <dsp:spPr>
        <a:xfrm>
          <a:off x="140370" y="1178219"/>
          <a:ext cx="1365191" cy="682595"/>
        </a:xfrm>
        <a:prstGeom prst="roundRect">
          <a:avLst>
            <a:gd name="adj" fmla="val 10000"/>
          </a:avLst>
        </a:prstGeom>
        <a:solidFill>
          <a:schemeClr val="accent3">
            <a:alpha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a:t>Start</a:t>
          </a:r>
        </a:p>
      </dsp:txBody>
      <dsp:txXfrm>
        <a:off x="160363" y="1198212"/>
        <a:ext cx="1325205" cy="642609"/>
      </dsp:txXfrm>
    </dsp:sp>
    <dsp:sp modelId="{B060D784-D326-40A0-B684-2481E76D1258}">
      <dsp:nvSpPr>
        <dsp:cNvPr id="0" name=""/>
        <dsp:cNvSpPr/>
      </dsp:nvSpPr>
      <dsp:spPr>
        <a:xfrm rot="18687277">
          <a:off x="1366172" y="1190195"/>
          <a:ext cx="824855" cy="40429"/>
        </a:xfrm>
        <a:custGeom>
          <a:avLst/>
          <a:gdLst/>
          <a:ahLst/>
          <a:cxnLst/>
          <a:rect l="0" t="0" r="0" b="0"/>
          <a:pathLst>
            <a:path>
              <a:moveTo>
                <a:pt x="0" y="20214"/>
              </a:moveTo>
              <a:lnTo>
                <a:pt x="824855" y="20214"/>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757979" y="1189789"/>
        <a:ext cx="41242" cy="41242"/>
      </dsp:txXfrm>
    </dsp:sp>
    <dsp:sp modelId="{BBA8E927-42F1-49A4-9966-EE4EC856F362}">
      <dsp:nvSpPr>
        <dsp:cNvPr id="0" name=""/>
        <dsp:cNvSpPr/>
      </dsp:nvSpPr>
      <dsp:spPr>
        <a:xfrm>
          <a:off x="2051638" y="560006"/>
          <a:ext cx="1365191" cy="682595"/>
        </a:xfrm>
        <a:prstGeom prst="roundRect">
          <a:avLst>
            <a:gd name="adj" fmla="val 10000"/>
          </a:avLst>
        </a:prstGeom>
        <a:solidFill>
          <a:schemeClr val="accent3">
            <a:alpha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Random Forest Classifier</a:t>
          </a:r>
          <a:endParaRPr lang="en-IN" sz="1200" kern="1200" dirty="0"/>
        </a:p>
      </dsp:txBody>
      <dsp:txXfrm>
        <a:off x="2071631" y="579999"/>
        <a:ext cx="1325205" cy="642609"/>
      </dsp:txXfrm>
    </dsp:sp>
    <dsp:sp modelId="{9BA34FBD-9AC2-40DC-A477-B43D231982DF}">
      <dsp:nvSpPr>
        <dsp:cNvPr id="0" name=""/>
        <dsp:cNvSpPr/>
      </dsp:nvSpPr>
      <dsp:spPr>
        <a:xfrm rot="18763788">
          <a:off x="3294295" y="601086"/>
          <a:ext cx="762367" cy="40429"/>
        </a:xfrm>
        <a:custGeom>
          <a:avLst/>
          <a:gdLst/>
          <a:ahLst/>
          <a:cxnLst/>
          <a:rect l="0" t="0" r="0" b="0"/>
          <a:pathLst>
            <a:path>
              <a:moveTo>
                <a:pt x="0" y="20214"/>
              </a:moveTo>
              <a:lnTo>
                <a:pt x="762367" y="20214"/>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656420" y="602241"/>
        <a:ext cx="38118" cy="38118"/>
      </dsp:txXfrm>
    </dsp:sp>
    <dsp:sp modelId="{B05CCBC7-F863-4510-8B33-4221E33A3F05}">
      <dsp:nvSpPr>
        <dsp:cNvPr id="0" name=""/>
        <dsp:cNvSpPr/>
      </dsp:nvSpPr>
      <dsp:spPr>
        <a:xfrm>
          <a:off x="3934128" y="0"/>
          <a:ext cx="1365191" cy="682595"/>
        </a:xfrm>
        <a:prstGeom prst="roundRect">
          <a:avLst>
            <a:gd name="adj" fmla="val 10000"/>
          </a:avLst>
        </a:prstGeom>
        <a:solidFill>
          <a:schemeClr val="accent3">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Predict using Random Forest Classifier</a:t>
          </a:r>
          <a:endParaRPr lang="en-IN" sz="1200" kern="1200" dirty="0"/>
        </a:p>
      </dsp:txBody>
      <dsp:txXfrm>
        <a:off x="3954121" y="19993"/>
        <a:ext cx="1325205" cy="642609"/>
      </dsp:txXfrm>
    </dsp:sp>
    <dsp:sp modelId="{238DA388-809D-4239-BEC1-A8447AD23359}">
      <dsp:nvSpPr>
        <dsp:cNvPr id="0" name=""/>
        <dsp:cNvSpPr/>
      </dsp:nvSpPr>
      <dsp:spPr>
        <a:xfrm rot="780210">
          <a:off x="3410022" y="940819"/>
          <a:ext cx="530912" cy="40429"/>
        </a:xfrm>
        <a:custGeom>
          <a:avLst/>
          <a:gdLst/>
          <a:ahLst/>
          <a:cxnLst/>
          <a:rect l="0" t="0" r="0" b="0"/>
          <a:pathLst>
            <a:path>
              <a:moveTo>
                <a:pt x="0" y="20214"/>
              </a:moveTo>
              <a:lnTo>
                <a:pt x="530912" y="20214"/>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662206" y="947761"/>
        <a:ext cx="26545" cy="26545"/>
      </dsp:txXfrm>
    </dsp:sp>
    <dsp:sp modelId="{7B92DDEA-2416-4525-AD72-FDB71708B9EC}">
      <dsp:nvSpPr>
        <dsp:cNvPr id="0" name=""/>
        <dsp:cNvSpPr/>
      </dsp:nvSpPr>
      <dsp:spPr>
        <a:xfrm>
          <a:off x="3934128" y="679467"/>
          <a:ext cx="1365191" cy="682595"/>
        </a:xfrm>
        <a:prstGeom prst="roundRect">
          <a:avLst>
            <a:gd name="adj" fmla="val 10000"/>
          </a:avLst>
        </a:prstGeom>
        <a:solidFill>
          <a:schemeClr val="accent3">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Calculate Accuracy Score for Random Forest Classifier</a:t>
          </a:r>
          <a:endParaRPr lang="en-IN" sz="1200" kern="1200" dirty="0"/>
        </a:p>
      </dsp:txBody>
      <dsp:txXfrm>
        <a:off x="3954121" y="699460"/>
        <a:ext cx="1325205" cy="642609"/>
      </dsp:txXfrm>
    </dsp:sp>
    <dsp:sp modelId="{B1F38524-C3AE-4167-93ED-A6713DC4799F}">
      <dsp:nvSpPr>
        <dsp:cNvPr id="0" name=""/>
        <dsp:cNvSpPr/>
      </dsp:nvSpPr>
      <dsp:spPr>
        <a:xfrm rot="2413033">
          <a:off x="1409946" y="1760463"/>
          <a:ext cx="808940" cy="40429"/>
        </a:xfrm>
        <a:custGeom>
          <a:avLst/>
          <a:gdLst/>
          <a:ahLst/>
          <a:cxnLst/>
          <a:rect l="0" t="0" r="0" b="0"/>
          <a:pathLst>
            <a:path>
              <a:moveTo>
                <a:pt x="0" y="20214"/>
              </a:moveTo>
              <a:lnTo>
                <a:pt x="808940" y="20214"/>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1794192" y="1760455"/>
        <a:ext cx="40447" cy="40447"/>
      </dsp:txXfrm>
    </dsp:sp>
    <dsp:sp modelId="{1EF84750-41FF-40B2-A3A5-DC189DB23140}">
      <dsp:nvSpPr>
        <dsp:cNvPr id="0" name=""/>
        <dsp:cNvSpPr/>
      </dsp:nvSpPr>
      <dsp:spPr>
        <a:xfrm>
          <a:off x="2123270" y="1700541"/>
          <a:ext cx="1365191" cy="682595"/>
        </a:xfrm>
        <a:prstGeom prst="roundRect">
          <a:avLst>
            <a:gd name="adj" fmla="val 10000"/>
          </a:avLst>
        </a:prstGeom>
        <a:solidFill>
          <a:schemeClr val="accent3">
            <a:alpha val="7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dirty="0"/>
            <a:t>Decision Tree Classifier</a:t>
          </a:r>
        </a:p>
      </dsp:txBody>
      <dsp:txXfrm>
        <a:off x="2143263" y="1720534"/>
        <a:ext cx="1325205" cy="642609"/>
      </dsp:txXfrm>
    </dsp:sp>
    <dsp:sp modelId="{C5733C17-1459-4ABF-868C-79A13E853281}">
      <dsp:nvSpPr>
        <dsp:cNvPr id="0" name=""/>
        <dsp:cNvSpPr/>
      </dsp:nvSpPr>
      <dsp:spPr>
        <a:xfrm rot="19967604">
          <a:off x="3460741" y="1907071"/>
          <a:ext cx="501107" cy="40429"/>
        </a:xfrm>
        <a:custGeom>
          <a:avLst/>
          <a:gdLst/>
          <a:ahLst/>
          <a:cxnLst/>
          <a:rect l="0" t="0" r="0" b="0"/>
          <a:pathLst>
            <a:path>
              <a:moveTo>
                <a:pt x="0" y="20214"/>
              </a:moveTo>
              <a:lnTo>
                <a:pt x="501107" y="20214"/>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698767" y="1914758"/>
        <a:ext cx="25055" cy="25055"/>
      </dsp:txXfrm>
    </dsp:sp>
    <dsp:sp modelId="{DDCE3660-9216-4570-A790-CBAEE7D1D770}">
      <dsp:nvSpPr>
        <dsp:cNvPr id="0" name=""/>
        <dsp:cNvSpPr/>
      </dsp:nvSpPr>
      <dsp:spPr>
        <a:xfrm>
          <a:off x="3934128" y="1471435"/>
          <a:ext cx="1365191" cy="682595"/>
        </a:xfrm>
        <a:prstGeom prst="roundRect">
          <a:avLst>
            <a:gd name="adj" fmla="val 10000"/>
          </a:avLst>
        </a:prstGeom>
        <a:solidFill>
          <a:schemeClr val="accent3">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dirty="0"/>
            <a:t>Predict using Decision Tree Classifier</a:t>
          </a:r>
          <a:endParaRPr lang="en-IN" sz="1200" kern="1200" dirty="0"/>
        </a:p>
      </dsp:txBody>
      <dsp:txXfrm>
        <a:off x="3954121" y="1491428"/>
        <a:ext cx="1325205" cy="642609"/>
      </dsp:txXfrm>
    </dsp:sp>
    <dsp:sp modelId="{8D1905AB-67C7-4FB6-B137-52DDB3C4EAD5}">
      <dsp:nvSpPr>
        <dsp:cNvPr id="0" name=""/>
        <dsp:cNvSpPr/>
      </dsp:nvSpPr>
      <dsp:spPr>
        <a:xfrm rot="3245340">
          <a:off x="3321232" y="2349202"/>
          <a:ext cx="808904" cy="40429"/>
        </a:xfrm>
        <a:custGeom>
          <a:avLst/>
          <a:gdLst/>
          <a:ahLst/>
          <a:cxnLst/>
          <a:rect l="0" t="0" r="0" b="0"/>
          <a:pathLst>
            <a:path>
              <a:moveTo>
                <a:pt x="0" y="20214"/>
              </a:moveTo>
              <a:lnTo>
                <a:pt x="808904" y="20214"/>
              </a:lnTo>
            </a:path>
          </a:pathLst>
        </a:custGeom>
        <a:noFill/>
        <a:ln w="12700" cap="flat" cmpd="sng" algn="ctr">
          <a:solidFill>
            <a:schemeClr val="accent3">
              <a:tint val="7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705461" y="2349194"/>
        <a:ext cx="40445" cy="40445"/>
      </dsp:txXfrm>
    </dsp:sp>
    <dsp:sp modelId="{4EEDACC4-CC13-4233-B6DC-9C134272CA12}">
      <dsp:nvSpPr>
        <dsp:cNvPr id="0" name=""/>
        <dsp:cNvSpPr/>
      </dsp:nvSpPr>
      <dsp:spPr>
        <a:xfrm>
          <a:off x="3962906" y="2355697"/>
          <a:ext cx="1365191" cy="682595"/>
        </a:xfrm>
        <a:prstGeom prst="roundRect">
          <a:avLst>
            <a:gd name="adj" fmla="val 10000"/>
          </a:avLst>
        </a:prstGeom>
        <a:solidFill>
          <a:schemeClr val="accent3">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IN" sz="1200" kern="1200"/>
            <a:t>Calculate Accuracy Score for Decision Tree Classifier</a:t>
          </a:r>
          <a:endParaRPr lang="en-IN" sz="1200" kern="1200" dirty="0"/>
        </a:p>
      </dsp:txBody>
      <dsp:txXfrm>
        <a:off x="3982899" y="2375690"/>
        <a:ext cx="1325205" cy="64260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5217976-1543-4A90-9DC9-EED13F0F211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792410A-D411-49EC-9D1D-A3B70370115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DF46D84-DF97-40E6-8DC8-9D7115575BA2}" type="datetimeFigureOut">
              <a:rPr lang="en-US" smtClean="0"/>
              <a:t>7/25/2024</a:t>
            </a:fld>
            <a:endParaRPr lang="en-US" dirty="0"/>
          </a:p>
        </p:txBody>
      </p:sp>
      <p:sp>
        <p:nvSpPr>
          <p:cNvPr id="4" name="Footer Placeholder 3">
            <a:extLst>
              <a:ext uri="{FF2B5EF4-FFF2-40B4-BE49-F238E27FC236}">
                <a16:creationId xmlns:a16="http://schemas.microsoft.com/office/drawing/2014/main" id="{88D503D4-C2B2-495F-8735-E17D78394B6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7533AFB-73D3-4136-A827-79A6D4E9D6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64D0629-9C54-4449-8BE7-C87A31BCCB13}" type="slidenum">
              <a:rPr lang="en-US" smtClean="0"/>
              <a:t>‹#›</a:t>
            </a:fld>
            <a:endParaRPr lang="en-US" dirty="0"/>
          </a:p>
        </p:txBody>
      </p:sp>
    </p:spTree>
    <p:extLst>
      <p:ext uri="{BB962C8B-B14F-4D97-AF65-F5344CB8AC3E}">
        <p14:creationId xmlns:p14="http://schemas.microsoft.com/office/powerpoint/2010/main" val="36414943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51A040-B8F9-4351-B8CF-35DAD8862754}" type="datetimeFigureOut">
              <a:rPr lang="en-US" smtClean="0"/>
              <a:t>7/25/2024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CD3882-6DE7-4A96-810C-1EB1F914C1C5}" type="slidenum">
              <a:rPr lang="en-US" smtClean="0"/>
              <a:t>‹#›</a:t>
            </a:fld>
            <a:endParaRPr lang="en-US" dirty="0"/>
          </a:p>
        </p:txBody>
      </p:sp>
    </p:spTree>
    <p:extLst>
      <p:ext uri="{BB962C8B-B14F-4D97-AF65-F5344CB8AC3E}">
        <p14:creationId xmlns:p14="http://schemas.microsoft.com/office/powerpoint/2010/main" val="3480433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alphaModFix amt="10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0"/>
            <a:ext cx="12192000" cy="6858000"/>
          </a:xfrm>
          <a:prstGeom prst="rect">
            <a:avLst/>
          </a:prstGeom>
          <a:solidFill>
            <a:srgbClr val="3B3B3B"/>
          </a:solidFill>
        </p:spPr>
      </p:pic>
      <p:sp>
        <p:nvSpPr>
          <p:cNvPr id="2" name="Title 1"/>
          <p:cNvSpPr>
            <a:spLocks noGrp="1"/>
          </p:cNvSpPr>
          <p:nvPr>
            <p:ph type="ctrTitle"/>
          </p:nvPr>
        </p:nvSpPr>
        <p:spPr>
          <a:xfrm>
            <a:off x="1524000" y="352974"/>
            <a:ext cx="9144000" cy="777557"/>
          </a:xfrm>
        </p:spPr>
        <p:txBody>
          <a:bodyPr anchor="b">
            <a:normAutofit/>
          </a:bodyPr>
          <a:lstStyle>
            <a:lvl1pPr algn="ctr">
              <a:defRPr sz="4800"/>
            </a:lvl1pPr>
          </a:lstStyle>
          <a:p>
            <a:r>
              <a:rPr lang="en-US"/>
              <a:t>Click to edit Master title style</a:t>
            </a:r>
          </a:p>
        </p:txBody>
      </p:sp>
      <p:sp>
        <p:nvSpPr>
          <p:cNvPr id="3" name="Subtitle 2"/>
          <p:cNvSpPr>
            <a:spLocks noGrp="1"/>
          </p:cNvSpPr>
          <p:nvPr>
            <p:ph type="subTitle" idx="1"/>
          </p:nvPr>
        </p:nvSpPr>
        <p:spPr>
          <a:xfrm>
            <a:off x="1524000" y="1130532"/>
            <a:ext cx="9144000" cy="352974"/>
          </a:xfrm>
        </p:spPr>
        <p:txBody>
          <a:bodyPr>
            <a:norm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ext Placeholder 18"/>
          <p:cNvSpPr>
            <a:spLocks noGrp="1"/>
          </p:cNvSpPr>
          <p:nvPr>
            <p:ph type="body" sz="quarter" idx="10"/>
          </p:nvPr>
        </p:nvSpPr>
        <p:spPr>
          <a:xfrm>
            <a:off x="2396868" y="4509548"/>
            <a:ext cx="1490134" cy="837037"/>
          </a:xfrm>
          <a:ln w="6350">
            <a:solidFill>
              <a:schemeClr val="tx1"/>
            </a:solidFill>
          </a:ln>
        </p:spPr>
        <p:txBody>
          <a:bodyPr>
            <a:normAutofit/>
          </a:bodyPr>
          <a:lstStyle>
            <a:lvl1pPr marL="0" indent="0" algn="ctr">
              <a:buFontTx/>
              <a:buNone/>
              <a:defRPr sz="1200"/>
            </a:lvl1pPr>
          </a:lstStyle>
          <a:p>
            <a:pPr lvl="0"/>
            <a:r>
              <a:rPr lang="en-US"/>
              <a:t>Click to edit Master text styles</a:t>
            </a:r>
          </a:p>
        </p:txBody>
      </p:sp>
      <p:sp>
        <p:nvSpPr>
          <p:cNvPr id="22" name="Text Placeholder 18"/>
          <p:cNvSpPr>
            <a:spLocks noGrp="1"/>
          </p:cNvSpPr>
          <p:nvPr>
            <p:ph type="body" sz="quarter" idx="11"/>
          </p:nvPr>
        </p:nvSpPr>
        <p:spPr>
          <a:xfrm>
            <a:off x="427490" y="2881403"/>
            <a:ext cx="1490134" cy="837037"/>
          </a:xfrm>
          <a:ln w="6350">
            <a:solidFill>
              <a:schemeClr val="tx1"/>
            </a:solidFill>
          </a:ln>
        </p:spPr>
        <p:txBody>
          <a:bodyPr>
            <a:normAutofit/>
          </a:bodyPr>
          <a:lstStyle>
            <a:lvl1pPr marL="0" indent="0" algn="ctr">
              <a:buFontTx/>
              <a:buNone/>
              <a:defRPr sz="1200"/>
            </a:lvl1pPr>
          </a:lstStyle>
          <a:p>
            <a:pPr lvl="0"/>
            <a:r>
              <a:rPr lang="en-US"/>
              <a:t>Click to edit Master text styles</a:t>
            </a:r>
          </a:p>
        </p:txBody>
      </p:sp>
      <p:sp>
        <p:nvSpPr>
          <p:cNvPr id="23" name="Text Placeholder 18"/>
          <p:cNvSpPr>
            <a:spLocks noGrp="1"/>
          </p:cNvSpPr>
          <p:nvPr>
            <p:ph type="body" sz="quarter" idx="12"/>
          </p:nvPr>
        </p:nvSpPr>
        <p:spPr>
          <a:xfrm>
            <a:off x="6335623" y="4509548"/>
            <a:ext cx="1490134" cy="837037"/>
          </a:xfrm>
          <a:ln w="6350">
            <a:solidFill>
              <a:schemeClr val="tx1"/>
            </a:solidFill>
          </a:ln>
        </p:spPr>
        <p:txBody>
          <a:bodyPr>
            <a:normAutofit/>
          </a:bodyPr>
          <a:lstStyle>
            <a:lvl1pPr marL="0" indent="0" algn="ctr">
              <a:buFontTx/>
              <a:buNone/>
              <a:defRPr sz="1200"/>
            </a:lvl1pPr>
          </a:lstStyle>
          <a:p>
            <a:pPr lvl="0"/>
            <a:r>
              <a:rPr lang="en-US"/>
              <a:t>Click to edit Master text styles</a:t>
            </a:r>
          </a:p>
        </p:txBody>
      </p:sp>
      <p:sp>
        <p:nvSpPr>
          <p:cNvPr id="24" name="Text Placeholder 18"/>
          <p:cNvSpPr>
            <a:spLocks noGrp="1"/>
          </p:cNvSpPr>
          <p:nvPr>
            <p:ph type="body" sz="quarter" idx="13"/>
          </p:nvPr>
        </p:nvSpPr>
        <p:spPr>
          <a:xfrm>
            <a:off x="4366245" y="2881403"/>
            <a:ext cx="1490134" cy="837037"/>
          </a:xfrm>
          <a:ln w="6350">
            <a:solidFill>
              <a:schemeClr val="tx1"/>
            </a:solidFill>
          </a:ln>
        </p:spPr>
        <p:txBody>
          <a:bodyPr>
            <a:normAutofit/>
          </a:bodyPr>
          <a:lstStyle>
            <a:lvl1pPr marL="0" indent="0" algn="ctr">
              <a:buFontTx/>
              <a:buNone/>
              <a:defRPr sz="1200"/>
            </a:lvl1pPr>
          </a:lstStyle>
          <a:p>
            <a:pPr lvl="0"/>
            <a:r>
              <a:rPr lang="en-US"/>
              <a:t>Click to edit Master text styles</a:t>
            </a:r>
          </a:p>
        </p:txBody>
      </p:sp>
      <p:sp>
        <p:nvSpPr>
          <p:cNvPr id="25" name="Text Placeholder 18"/>
          <p:cNvSpPr>
            <a:spLocks noGrp="1"/>
          </p:cNvSpPr>
          <p:nvPr>
            <p:ph type="body" sz="quarter" idx="14"/>
          </p:nvPr>
        </p:nvSpPr>
        <p:spPr>
          <a:xfrm>
            <a:off x="10274377" y="4509548"/>
            <a:ext cx="1490134" cy="837037"/>
          </a:xfrm>
          <a:ln w="6350">
            <a:solidFill>
              <a:schemeClr val="tx1"/>
            </a:solidFill>
          </a:ln>
        </p:spPr>
        <p:txBody>
          <a:bodyPr>
            <a:normAutofit/>
          </a:bodyPr>
          <a:lstStyle>
            <a:lvl1pPr marL="0" indent="0" algn="ctr">
              <a:buFontTx/>
              <a:buNone/>
              <a:defRPr sz="1200"/>
            </a:lvl1pPr>
          </a:lstStyle>
          <a:p>
            <a:pPr lvl="0"/>
            <a:r>
              <a:rPr lang="en-US"/>
              <a:t>Click to edit Master text styles</a:t>
            </a:r>
          </a:p>
        </p:txBody>
      </p:sp>
      <p:sp>
        <p:nvSpPr>
          <p:cNvPr id="26" name="Text Placeholder 18"/>
          <p:cNvSpPr>
            <a:spLocks noGrp="1"/>
          </p:cNvSpPr>
          <p:nvPr>
            <p:ph type="body" sz="quarter" idx="15"/>
          </p:nvPr>
        </p:nvSpPr>
        <p:spPr>
          <a:xfrm>
            <a:off x="8304999" y="2881403"/>
            <a:ext cx="1490134" cy="837037"/>
          </a:xfrm>
          <a:ln w="6350">
            <a:solidFill>
              <a:schemeClr val="tx1"/>
            </a:solidFill>
          </a:ln>
        </p:spPr>
        <p:txBody>
          <a:bodyPr>
            <a:normAutofit/>
          </a:bodyPr>
          <a:lstStyle>
            <a:lvl1pPr marL="0" indent="0" algn="ctr">
              <a:buFontTx/>
              <a:buNone/>
              <a:defRPr sz="1200"/>
            </a:lvl1pPr>
          </a:lstStyle>
          <a:p>
            <a:pPr lvl="0"/>
            <a:r>
              <a:rPr lang="en-US"/>
              <a:t>Click to edit Master text styles</a:t>
            </a:r>
          </a:p>
        </p:txBody>
      </p:sp>
      <p:sp>
        <p:nvSpPr>
          <p:cNvPr id="27" name="Oval 26"/>
          <p:cNvSpPr/>
          <p:nvPr userDrawn="1"/>
        </p:nvSpPr>
        <p:spPr>
          <a:xfrm>
            <a:off x="3046337" y="4014478"/>
            <a:ext cx="191194" cy="1911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8" name="Oval 27"/>
          <p:cNvSpPr/>
          <p:nvPr userDrawn="1"/>
        </p:nvSpPr>
        <p:spPr>
          <a:xfrm>
            <a:off x="1076959" y="4014478"/>
            <a:ext cx="191194" cy="1911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9" name="Oval 28"/>
          <p:cNvSpPr/>
          <p:nvPr userDrawn="1"/>
        </p:nvSpPr>
        <p:spPr>
          <a:xfrm>
            <a:off x="5015715" y="4014478"/>
            <a:ext cx="191194" cy="1911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0" name="Oval 29"/>
          <p:cNvSpPr/>
          <p:nvPr userDrawn="1"/>
        </p:nvSpPr>
        <p:spPr>
          <a:xfrm>
            <a:off x="6985093" y="4014478"/>
            <a:ext cx="191194" cy="1911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1" name="Oval 30"/>
          <p:cNvSpPr/>
          <p:nvPr userDrawn="1"/>
        </p:nvSpPr>
        <p:spPr>
          <a:xfrm>
            <a:off x="8954471" y="4014478"/>
            <a:ext cx="191194" cy="1911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2" name="Oval 31"/>
          <p:cNvSpPr/>
          <p:nvPr userDrawn="1"/>
        </p:nvSpPr>
        <p:spPr>
          <a:xfrm>
            <a:off x="10923847" y="4017366"/>
            <a:ext cx="191194" cy="191194"/>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4" name="Oval 33"/>
          <p:cNvSpPr/>
          <p:nvPr userDrawn="1"/>
        </p:nvSpPr>
        <p:spPr>
          <a:xfrm>
            <a:off x="1017337" y="3952019"/>
            <a:ext cx="321888" cy="32188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9" name="Oval 38"/>
          <p:cNvSpPr/>
          <p:nvPr userDrawn="1"/>
        </p:nvSpPr>
        <p:spPr>
          <a:xfrm>
            <a:off x="2980307" y="3949131"/>
            <a:ext cx="321888" cy="32188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0" name="Oval 39"/>
          <p:cNvSpPr/>
          <p:nvPr userDrawn="1"/>
        </p:nvSpPr>
        <p:spPr>
          <a:xfrm>
            <a:off x="4950368" y="3949131"/>
            <a:ext cx="321888" cy="32188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1" name="Oval 40"/>
          <p:cNvSpPr/>
          <p:nvPr userDrawn="1"/>
        </p:nvSpPr>
        <p:spPr>
          <a:xfrm>
            <a:off x="6919747" y="3949131"/>
            <a:ext cx="321888" cy="32188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2" name="Oval 41"/>
          <p:cNvSpPr/>
          <p:nvPr userDrawn="1"/>
        </p:nvSpPr>
        <p:spPr>
          <a:xfrm>
            <a:off x="8889122" y="3949131"/>
            <a:ext cx="321888" cy="32188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43" name="Oval 42"/>
          <p:cNvSpPr/>
          <p:nvPr userDrawn="1"/>
        </p:nvSpPr>
        <p:spPr>
          <a:xfrm>
            <a:off x="10858499" y="3949131"/>
            <a:ext cx="321888" cy="321888"/>
          </a:xfrm>
          <a:prstGeom prst="ellipse">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9" name="Straight Connector 8"/>
          <p:cNvCxnSpPr>
            <a:endCxn id="44" idx="2"/>
          </p:cNvCxnSpPr>
          <p:nvPr userDrawn="1"/>
        </p:nvCxnSpPr>
        <p:spPr>
          <a:xfrm flipV="1">
            <a:off x="0" y="4110075"/>
            <a:ext cx="945581" cy="106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4" name="Oval 43"/>
          <p:cNvSpPr/>
          <p:nvPr userDrawn="1"/>
        </p:nvSpPr>
        <p:spPr>
          <a:xfrm>
            <a:off x="945581" y="3883100"/>
            <a:ext cx="453950" cy="4539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46" name="Straight Connector 45"/>
          <p:cNvCxnSpPr>
            <a:endCxn id="48" idx="2"/>
          </p:cNvCxnSpPr>
          <p:nvPr userDrawn="1"/>
        </p:nvCxnSpPr>
        <p:spPr>
          <a:xfrm flipV="1">
            <a:off x="1398846" y="4110075"/>
            <a:ext cx="1515430" cy="10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8" name="Oval 47"/>
          <p:cNvSpPr/>
          <p:nvPr userDrawn="1"/>
        </p:nvSpPr>
        <p:spPr>
          <a:xfrm>
            <a:off x="2914276" y="3883100"/>
            <a:ext cx="453950" cy="4539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50" name="Oval 49"/>
          <p:cNvSpPr/>
          <p:nvPr userDrawn="1"/>
        </p:nvSpPr>
        <p:spPr>
          <a:xfrm>
            <a:off x="4882971" y="3883100"/>
            <a:ext cx="453950" cy="4539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1" name="Straight Connector 50"/>
          <p:cNvCxnSpPr/>
          <p:nvPr userDrawn="1"/>
        </p:nvCxnSpPr>
        <p:spPr>
          <a:xfrm flipV="1">
            <a:off x="3367884" y="4110075"/>
            <a:ext cx="1515430" cy="10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2" name="Oval 51"/>
          <p:cNvSpPr/>
          <p:nvPr userDrawn="1"/>
        </p:nvSpPr>
        <p:spPr>
          <a:xfrm>
            <a:off x="6851666" y="3883100"/>
            <a:ext cx="453950" cy="4539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3" name="Straight Connector 52"/>
          <p:cNvCxnSpPr/>
          <p:nvPr userDrawn="1"/>
        </p:nvCxnSpPr>
        <p:spPr>
          <a:xfrm flipV="1">
            <a:off x="5336236" y="4110075"/>
            <a:ext cx="1515430" cy="10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userDrawn="1"/>
        </p:nvSpPr>
        <p:spPr>
          <a:xfrm>
            <a:off x="8822408" y="3883100"/>
            <a:ext cx="453950" cy="4539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5" name="Straight Connector 54"/>
          <p:cNvCxnSpPr/>
          <p:nvPr userDrawn="1"/>
        </p:nvCxnSpPr>
        <p:spPr>
          <a:xfrm flipV="1">
            <a:off x="7306978" y="4110075"/>
            <a:ext cx="1515430" cy="10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8" name="Oval 57"/>
          <p:cNvSpPr/>
          <p:nvPr userDrawn="1"/>
        </p:nvSpPr>
        <p:spPr>
          <a:xfrm>
            <a:off x="10793153" y="3883100"/>
            <a:ext cx="453950" cy="45395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cxnSp>
        <p:nvCxnSpPr>
          <p:cNvPr id="59" name="Straight Connector 58"/>
          <p:cNvCxnSpPr/>
          <p:nvPr userDrawn="1"/>
        </p:nvCxnSpPr>
        <p:spPr>
          <a:xfrm flipV="1">
            <a:off x="9276353" y="4110075"/>
            <a:ext cx="1515430" cy="106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58" idx="6"/>
          </p:cNvCxnSpPr>
          <p:nvPr userDrawn="1"/>
        </p:nvCxnSpPr>
        <p:spPr>
          <a:xfrm>
            <a:off x="11247103" y="4110075"/>
            <a:ext cx="94489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Oval 64"/>
          <p:cNvSpPr/>
          <p:nvPr userDrawn="1"/>
        </p:nvSpPr>
        <p:spPr>
          <a:xfrm>
            <a:off x="4882971" y="2253819"/>
            <a:ext cx="453950" cy="453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6" name="Oval 65"/>
          <p:cNvSpPr/>
          <p:nvPr userDrawn="1"/>
        </p:nvSpPr>
        <p:spPr>
          <a:xfrm>
            <a:off x="8822408" y="2253819"/>
            <a:ext cx="453950" cy="453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7" name="Oval 66"/>
          <p:cNvSpPr/>
          <p:nvPr userDrawn="1"/>
        </p:nvSpPr>
        <p:spPr>
          <a:xfrm>
            <a:off x="2914276" y="5519083"/>
            <a:ext cx="453950" cy="453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8" name="Oval 67"/>
          <p:cNvSpPr/>
          <p:nvPr userDrawn="1"/>
        </p:nvSpPr>
        <p:spPr>
          <a:xfrm>
            <a:off x="6851666" y="5519083"/>
            <a:ext cx="453950" cy="453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9" name="Oval 68"/>
          <p:cNvSpPr/>
          <p:nvPr userDrawn="1"/>
        </p:nvSpPr>
        <p:spPr>
          <a:xfrm>
            <a:off x="10793153" y="5519083"/>
            <a:ext cx="453950" cy="453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1" name="Freeform 28"/>
          <p:cNvSpPr>
            <a:spLocks noChangeArrowheads="1"/>
          </p:cNvSpPr>
          <p:nvPr userDrawn="1"/>
        </p:nvSpPr>
        <p:spPr bwMode="auto">
          <a:xfrm rot="2700000">
            <a:off x="5031043" y="2299820"/>
            <a:ext cx="157806" cy="361948"/>
          </a:xfrm>
          <a:custGeom>
            <a:avLst/>
            <a:gdLst>
              <a:gd name="T0" fmla="*/ 64700846 w 1035"/>
              <a:gd name="T1" fmla="*/ 3492788 h 2379"/>
              <a:gd name="T2" fmla="*/ 24685170 w 1035"/>
              <a:gd name="T3" fmla="*/ 95988916 h 2379"/>
              <a:gd name="T4" fmla="*/ 0 w 1035"/>
              <a:gd name="T5" fmla="*/ 187061815 h 2379"/>
              <a:gd name="T6" fmla="*/ 34039474 w 1035"/>
              <a:gd name="T7" fmla="*/ 212546473 h 2379"/>
              <a:gd name="T8" fmla="*/ 34299356 w 1035"/>
              <a:gd name="T9" fmla="*/ 215651534 h 2379"/>
              <a:gd name="T10" fmla="*/ 36378051 w 1035"/>
              <a:gd name="T11" fmla="*/ 218885357 h 2379"/>
              <a:gd name="T12" fmla="*/ 42614133 w 1035"/>
              <a:gd name="T13" fmla="*/ 238290096 h 2379"/>
              <a:gd name="T14" fmla="*/ 44173424 w 1035"/>
              <a:gd name="T15" fmla="*/ 240877587 h 2379"/>
              <a:gd name="T16" fmla="*/ 67039422 w 1035"/>
              <a:gd name="T17" fmla="*/ 245664120 h 2379"/>
              <a:gd name="T18" fmla="*/ 89905779 w 1035"/>
              <a:gd name="T19" fmla="*/ 240877587 h 2379"/>
              <a:gd name="T20" fmla="*/ 91464710 w 1035"/>
              <a:gd name="T21" fmla="*/ 238290096 h 2379"/>
              <a:gd name="T22" fmla="*/ 97961035 w 1035"/>
              <a:gd name="T23" fmla="*/ 218885357 h 2379"/>
              <a:gd name="T24" fmla="*/ 100039729 w 1035"/>
              <a:gd name="T25" fmla="*/ 215651534 h 2379"/>
              <a:gd name="T26" fmla="*/ 100299611 w 1035"/>
              <a:gd name="T27" fmla="*/ 212546473 h 2379"/>
              <a:gd name="T28" fmla="*/ 134339086 w 1035"/>
              <a:gd name="T29" fmla="*/ 186802850 h 2379"/>
              <a:gd name="T30" fmla="*/ 109913797 w 1035"/>
              <a:gd name="T31" fmla="*/ 95729951 h 2379"/>
              <a:gd name="T32" fmla="*/ 69637880 w 1035"/>
              <a:gd name="T33" fmla="*/ 3492788 h 2379"/>
              <a:gd name="T34" fmla="*/ 67819067 w 1035"/>
              <a:gd name="T35" fmla="*/ 13583425 h 2379"/>
              <a:gd name="T36" fmla="*/ 102118423 w 1035"/>
              <a:gd name="T37" fmla="*/ 95988916 h 2379"/>
              <a:gd name="T38" fmla="*/ 97961035 w 1035"/>
              <a:gd name="T39" fmla="*/ 160283052 h 2379"/>
              <a:gd name="T40" fmla="*/ 90165661 w 1035"/>
              <a:gd name="T41" fmla="*/ 214098824 h 2379"/>
              <a:gd name="T42" fmla="*/ 45732355 w 1035"/>
              <a:gd name="T43" fmla="*/ 214098824 h 2379"/>
              <a:gd name="T44" fmla="*/ 38067102 w 1035"/>
              <a:gd name="T45" fmla="*/ 160800622 h 2379"/>
              <a:gd name="T46" fmla="*/ 33779593 w 1035"/>
              <a:gd name="T47" fmla="*/ 95988916 h 2379"/>
              <a:gd name="T48" fmla="*/ 67819067 w 1035"/>
              <a:gd name="T49" fmla="*/ 13583425 h 2379"/>
              <a:gd name="T50" fmla="*/ 52098559 w 1035"/>
              <a:gd name="T51" fmla="*/ 109960069 h 2379"/>
              <a:gd name="T52" fmla="*/ 83539575 w 1035"/>
              <a:gd name="T53" fmla="*/ 78783219 h 2379"/>
              <a:gd name="T54" fmla="*/ 58204881 w 1035"/>
              <a:gd name="T55" fmla="*/ 85122103 h 2379"/>
              <a:gd name="T56" fmla="*/ 77173372 w 1035"/>
              <a:gd name="T57" fmla="*/ 103880150 h 2379"/>
              <a:gd name="T58" fmla="*/ 58204881 w 1035"/>
              <a:gd name="T59" fmla="*/ 85122103 h 2379"/>
              <a:gd name="T60" fmla="*/ 29492083 w 1035"/>
              <a:gd name="T61" fmla="*/ 170115084 h 2379"/>
              <a:gd name="T62" fmla="*/ 11432999 w 1035"/>
              <a:gd name="T63" fmla="*/ 215651534 h 2379"/>
              <a:gd name="T64" fmla="*/ 48720455 w 1035"/>
              <a:gd name="T65" fmla="*/ 223930856 h 2379"/>
              <a:gd name="T66" fmla="*/ 87047440 w 1035"/>
              <a:gd name="T67" fmla="*/ 223930856 h 2379"/>
              <a:gd name="T68" fmla="*/ 83539575 w 1035"/>
              <a:gd name="T69" fmla="*/ 235056273 h 2379"/>
              <a:gd name="T70" fmla="*/ 52098559 w 1035"/>
              <a:gd name="T71" fmla="*/ 235056273 h 2379"/>
              <a:gd name="T72" fmla="*/ 48720455 w 1035"/>
              <a:gd name="T73" fmla="*/ 223930856 h 2379"/>
              <a:gd name="T74" fmla="*/ 126413591 w 1035"/>
              <a:gd name="T75" fmla="*/ 190295998 h 2379"/>
              <a:gd name="T76" fmla="*/ 102638187 w 1035"/>
              <a:gd name="T77" fmla="*/ 202973766 h 2379"/>
              <a:gd name="T78" fmla="*/ 50799510 w 1035"/>
              <a:gd name="T79" fmla="*/ 250709259 h 2379"/>
              <a:gd name="T80" fmla="*/ 49759983 w 1035"/>
              <a:gd name="T81" fmla="*/ 286672642 h 2379"/>
              <a:gd name="T82" fmla="*/ 67819067 w 1035"/>
              <a:gd name="T83" fmla="*/ 307629731 h 2379"/>
              <a:gd name="T84" fmla="*/ 90165661 w 1035"/>
              <a:gd name="T85" fmla="*/ 272183919 h 2379"/>
              <a:gd name="T86" fmla="*/ 76134205 w 1035"/>
              <a:gd name="T87" fmla="*/ 252003004 h 2379"/>
              <a:gd name="T88" fmla="*/ 68078949 w 1035"/>
              <a:gd name="T89" fmla="*/ 294693358 h 2379"/>
              <a:gd name="T90" fmla="*/ 54826777 w 1035"/>
              <a:gd name="T91" fmla="*/ 273477664 h 2379"/>
              <a:gd name="T92" fmla="*/ 50799510 w 1035"/>
              <a:gd name="T93" fmla="*/ 250709259 h 2379"/>
              <a:gd name="T94" fmla="*/ 84059339 w 1035"/>
              <a:gd name="T95" fmla="*/ 236091053 h 2379"/>
              <a:gd name="T96" fmla="*/ 84059339 w 1035"/>
              <a:gd name="T97" fmla="*/ 235573483 h 237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35" h="2379">
                <a:moveTo>
                  <a:pt x="522" y="0"/>
                </a:moveTo>
                <a:lnTo>
                  <a:pt x="498" y="27"/>
                </a:lnTo>
                <a:cubicBezTo>
                  <a:pt x="498" y="27"/>
                  <a:pt x="321" y="207"/>
                  <a:pt x="235" y="465"/>
                </a:cubicBezTo>
                <a:cubicBezTo>
                  <a:pt x="207" y="547"/>
                  <a:pt x="190" y="641"/>
                  <a:pt x="190" y="742"/>
                </a:cubicBezTo>
                <a:cubicBezTo>
                  <a:pt x="190" y="865"/>
                  <a:pt x="205" y="1053"/>
                  <a:pt x="221" y="1227"/>
                </a:cubicBezTo>
                <a:lnTo>
                  <a:pt x="0" y="1446"/>
                </a:lnTo>
                <a:lnTo>
                  <a:pt x="31" y="1782"/>
                </a:lnTo>
                <a:lnTo>
                  <a:pt x="262" y="1643"/>
                </a:lnTo>
                <a:cubicBezTo>
                  <a:pt x="262" y="1645"/>
                  <a:pt x="264" y="1661"/>
                  <a:pt x="264" y="1661"/>
                </a:cubicBezTo>
                <a:lnTo>
                  <a:pt x="264" y="1667"/>
                </a:lnTo>
                <a:lnTo>
                  <a:pt x="266" y="1674"/>
                </a:lnTo>
                <a:cubicBezTo>
                  <a:pt x="266" y="1674"/>
                  <a:pt x="272" y="1684"/>
                  <a:pt x="280" y="1692"/>
                </a:cubicBezTo>
                <a:cubicBezTo>
                  <a:pt x="285" y="1694"/>
                  <a:pt x="289" y="1698"/>
                  <a:pt x="293" y="1700"/>
                </a:cubicBezTo>
                <a:lnTo>
                  <a:pt x="328" y="1842"/>
                </a:lnTo>
                <a:cubicBezTo>
                  <a:pt x="328" y="1842"/>
                  <a:pt x="330" y="1848"/>
                  <a:pt x="332" y="1852"/>
                </a:cubicBezTo>
                <a:cubicBezTo>
                  <a:pt x="334" y="1856"/>
                  <a:pt x="338" y="1858"/>
                  <a:pt x="340" y="1862"/>
                </a:cubicBezTo>
                <a:cubicBezTo>
                  <a:pt x="348" y="1868"/>
                  <a:pt x="356" y="1874"/>
                  <a:pt x="371" y="1880"/>
                </a:cubicBezTo>
                <a:cubicBezTo>
                  <a:pt x="397" y="1891"/>
                  <a:pt x="440" y="1899"/>
                  <a:pt x="516" y="1899"/>
                </a:cubicBezTo>
                <a:cubicBezTo>
                  <a:pt x="592" y="1899"/>
                  <a:pt x="635" y="1893"/>
                  <a:pt x="661" y="1880"/>
                </a:cubicBezTo>
                <a:cubicBezTo>
                  <a:pt x="676" y="1874"/>
                  <a:pt x="684" y="1868"/>
                  <a:pt x="692" y="1862"/>
                </a:cubicBezTo>
                <a:cubicBezTo>
                  <a:pt x="696" y="1858"/>
                  <a:pt x="698" y="1856"/>
                  <a:pt x="700" y="1852"/>
                </a:cubicBezTo>
                <a:cubicBezTo>
                  <a:pt x="702" y="1848"/>
                  <a:pt x="704" y="1842"/>
                  <a:pt x="704" y="1842"/>
                </a:cubicBezTo>
                <a:lnTo>
                  <a:pt x="741" y="1700"/>
                </a:lnTo>
                <a:cubicBezTo>
                  <a:pt x="745" y="1698"/>
                  <a:pt x="749" y="1694"/>
                  <a:pt x="754" y="1692"/>
                </a:cubicBezTo>
                <a:cubicBezTo>
                  <a:pt x="762" y="1684"/>
                  <a:pt x="768" y="1674"/>
                  <a:pt x="768" y="1674"/>
                </a:cubicBezTo>
                <a:lnTo>
                  <a:pt x="770" y="1667"/>
                </a:lnTo>
                <a:lnTo>
                  <a:pt x="770" y="1661"/>
                </a:lnTo>
                <a:cubicBezTo>
                  <a:pt x="770" y="1661"/>
                  <a:pt x="772" y="1647"/>
                  <a:pt x="772" y="1643"/>
                </a:cubicBezTo>
                <a:lnTo>
                  <a:pt x="1001" y="1780"/>
                </a:lnTo>
                <a:lnTo>
                  <a:pt x="1034" y="1444"/>
                </a:lnTo>
                <a:lnTo>
                  <a:pt x="815" y="1225"/>
                </a:lnTo>
                <a:cubicBezTo>
                  <a:pt x="831" y="1049"/>
                  <a:pt x="846" y="860"/>
                  <a:pt x="846" y="740"/>
                </a:cubicBezTo>
                <a:cubicBezTo>
                  <a:pt x="846" y="639"/>
                  <a:pt x="827" y="547"/>
                  <a:pt x="799" y="465"/>
                </a:cubicBezTo>
                <a:cubicBezTo>
                  <a:pt x="713" y="209"/>
                  <a:pt x="536" y="27"/>
                  <a:pt x="536" y="27"/>
                </a:cubicBezTo>
                <a:lnTo>
                  <a:pt x="522" y="0"/>
                </a:lnTo>
                <a:close/>
                <a:moveTo>
                  <a:pt x="522" y="105"/>
                </a:moveTo>
                <a:cubicBezTo>
                  <a:pt x="557" y="144"/>
                  <a:pt x="674" y="281"/>
                  <a:pt x="743" y="488"/>
                </a:cubicBezTo>
                <a:cubicBezTo>
                  <a:pt x="770" y="566"/>
                  <a:pt x="786" y="649"/>
                  <a:pt x="786" y="742"/>
                </a:cubicBezTo>
                <a:cubicBezTo>
                  <a:pt x="786" y="860"/>
                  <a:pt x="772" y="1053"/>
                  <a:pt x="754" y="1229"/>
                </a:cubicBezTo>
                <a:cubicBezTo>
                  <a:pt x="754" y="1233"/>
                  <a:pt x="754" y="1235"/>
                  <a:pt x="754" y="1239"/>
                </a:cubicBezTo>
                <a:cubicBezTo>
                  <a:pt x="735" y="1446"/>
                  <a:pt x="713" y="1631"/>
                  <a:pt x="713" y="1643"/>
                </a:cubicBezTo>
                <a:cubicBezTo>
                  <a:pt x="708" y="1645"/>
                  <a:pt x="704" y="1649"/>
                  <a:pt x="694" y="1655"/>
                </a:cubicBezTo>
                <a:cubicBezTo>
                  <a:pt x="670" y="1665"/>
                  <a:pt x="618" y="1678"/>
                  <a:pt x="524" y="1678"/>
                </a:cubicBezTo>
                <a:cubicBezTo>
                  <a:pt x="430" y="1678"/>
                  <a:pt x="377" y="1665"/>
                  <a:pt x="352" y="1655"/>
                </a:cubicBezTo>
                <a:cubicBezTo>
                  <a:pt x="342" y="1651"/>
                  <a:pt x="336" y="1647"/>
                  <a:pt x="334" y="1643"/>
                </a:cubicBezTo>
                <a:cubicBezTo>
                  <a:pt x="332" y="1631"/>
                  <a:pt x="311" y="1450"/>
                  <a:pt x="293" y="1243"/>
                </a:cubicBezTo>
                <a:cubicBezTo>
                  <a:pt x="293" y="1239"/>
                  <a:pt x="293" y="1235"/>
                  <a:pt x="291" y="1229"/>
                </a:cubicBezTo>
                <a:cubicBezTo>
                  <a:pt x="274" y="1053"/>
                  <a:pt x="260" y="863"/>
                  <a:pt x="260" y="742"/>
                </a:cubicBezTo>
                <a:cubicBezTo>
                  <a:pt x="260" y="649"/>
                  <a:pt x="276" y="566"/>
                  <a:pt x="303" y="488"/>
                </a:cubicBezTo>
                <a:cubicBezTo>
                  <a:pt x="371" y="281"/>
                  <a:pt x="487" y="144"/>
                  <a:pt x="522" y="105"/>
                </a:cubicBezTo>
                <a:close/>
                <a:moveTo>
                  <a:pt x="401" y="609"/>
                </a:moveTo>
                <a:cubicBezTo>
                  <a:pt x="334" y="676"/>
                  <a:pt x="334" y="785"/>
                  <a:pt x="401" y="850"/>
                </a:cubicBezTo>
                <a:cubicBezTo>
                  <a:pt x="469" y="918"/>
                  <a:pt x="577" y="918"/>
                  <a:pt x="643" y="850"/>
                </a:cubicBezTo>
                <a:cubicBezTo>
                  <a:pt x="711" y="783"/>
                  <a:pt x="711" y="674"/>
                  <a:pt x="643" y="609"/>
                </a:cubicBezTo>
                <a:cubicBezTo>
                  <a:pt x="577" y="541"/>
                  <a:pt x="467" y="541"/>
                  <a:pt x="401" y="609"/>
                </a:cubicBezTo>
                <a:close/>
                <a:moveTo>
                  <a:pt x="448" y="658"/>
                </a:moveTo>
                <a:cubicBezTo>
                  <a:pt x="489" y="617"/>
                  <a:pt x="553" y="617"/>
                  <a:pt x="594" y="658"/>
                </a:cubicBezTo>
                <a:cubicBezTo>
                  <a:pt x="635" y="699"/>
                  <a:pt x="635" y="762"/>
                  <a:pt x="594" y="803"/>
                </a:cubicBezTo>
                <a:cubicBezTo>
                  <a:pt x="553" y="844"/>
                  <a:pt x="489" y="844"/>
                  <a:pt x="448" y="803"/>
                </a:cubicBezTo>
                <a:cubicBezTo>
                  <a:pt x="407" y="762"/>
                  <a:pt x="409" y="697"/>
                  <a:pt x="448" y="658"/>
                </a:cubicBezTo>
                <a:close/>
                <a:moveTo>
                  <a:pt x="72" y="1471"/>
                </a:moveTo>
                <a:lnTo>
                  <a:pt x="227" y="1315"/>
                </a:lnTo>
                <a:cubicBezTo>
                  <a:pt x="237" y="1418"/>
                  <a:pt x="248" y="1506"/>
                  <a:pt x="254" y="1569"/>
                </a:cubicBezTo>
                <a:lnTo>
                  <a:pt x="88" y="1667"/>
                </a:lnTo>
                <a:lnTo>
                  <a:pt x="72" y="1471"/>
                </a:lnTo>
                <a:close/>
                <a:moveTo>
                  <a:pt x="375" y="1731"/>
                </a:moveTo>
                <a:cubicBezTo>
                  <a:pt x="412" y="1739"/>
                  <a:pt x="457" y="1745"/>
                  <a:pt x="522" y="1745"/>
                </a:cubicBezTo>
                <a:cubicBezTo>
                  <a:pt x="588" y="1745"/>
                  <a:pt x="635" y="1739"/>
                  <a:pt x="670" y="1731"/>
                </a:cubicBezTo>
                <a:lnTo>
                  <a:pt x="649" y="1815"/>
                </a:lnTo>
                <a:cubicBezTo>
                  <a:pt x="649" y="1815"/>
                  <a:pt x="649" y="1815"/>
                  <a:pt x="643" y="1817"/>
                </a:cubicBezTo>
                <a:cubicBezTo>
                  <a:pt x="629" y="1823"/>
                  <a:pt x="594" y="1831"/>
                  <a:pt x="522" y="1831"/>
                </a:cubicBezTo>
                <a:cubicBezTo>
                  <a:pt x="450" y="1831"/>
                  <a:pt x="416" y="1823"/>
                  <a:pt x="401" y="1817"/>
                </a:cubicBezTo>
                <a:cubicBezTo>
                  <a:pt x="397" y="1815"/>
                  <a:pt x="397" y="1815"/>
                  <a:pt x="395" y="1815"/>
                </a:cubicBezTo>
                <a:lnTo>
                  <a:pt x="375" y="1731"/>
                </a:lnTo>
                <a:close/>
                <a:moveTo>
                  <a:pt x="817" y="1315"/>
                </a:moveTo>
                <a:lnTo>
                  <a:pt x="973" y="1471"/>
                </a:lnTo>
                <a:lnTo>
                  <a:pt x="954" y="1667"/>
                </a:lnTo>
                <a:lnTo>
                  <a:pt x="790" y="1569"/>
                </a:lnTo>
                <a:cubicBezTo>
                  <a:pt x="797" y="1506"/>
                  <a:pt x="807" y="1420"/>
                  <a:pt x="817" y="1315"/>
                </a:cubicBezTo>
                <a:close/>
                <a:moveTo>
                  <a:pt x="391" y="1938"/>
                </a:moveTo>
                <a:cubicBezTo>
                  <a:pt x="383" y="2007"/>
                  <a:pt x="350" y="2048"/>
                  <a:pt x="350" y="2112"/>
                </a:cubicBezTo>
                <a:cubicBezTo>
                  <a:pt x="350" y="2145"/>
                  <a:pt x="360" y="2179"/>
                  <a:pt x="383" y="2216"/>
                </a:cubicBezTo>
                <a:cubicBezTo>
                  <a:pt x="405" y="2255"/>
                  <a:pt x="442" y="2298"/>
                  <a:pt x="498" y="2354"/>
                </a:cubicBezTo>
                <a:lnTo>
                  <a:pt x="522" y="2378"/>
                </a:lnTo>
                <a:lnTo>
                  <a:pt x="547" y="2354"/>
                </a:lnTo>
                <a:cubicBezTo>
                  <a:pt x="657" y="2243"/>
                  <a:pt x="694" y="2170"/>
                  <a:pt x="694" y="2104"/>
                </a:cubicBezTo>
                <a:cubicBezTo>
                  <a:pt x="694" y="2039"/>
                  <a:pt x="661" y="1995"/>
                  <a:pt x="653" y="1938"/>
                </a:cubicBezTo>
                <a:lnTo>
                  <a:pt x="586" y="1948"/>
                </a:lnTo>
                <a:cubicBezTo>
                  <a:pt x="598" y="2022"/>
                  <a:pt x="625" y="2065"/>
                  <a:pt x="627" y="2106"/>
                </a:cubicBezTo>
                <a:cubicBezTo>
                  <a:pt x="627" y="2141"/>
                  <a:pt x="600" y="2194"/>
                  <a:pt x="524" y="2278"/>
                </a:cubicBezTo>
                <a:cubicBezTo>
                  <a:pt x="489" y="2241"/>
                  <a:pt x="459" y="2206"/>
                  <a:pt x="444" y="2181"/>
                </a:cubicBezTo>
                <a:cubicBezTo>
                  <a:pt x="426" y="2151"/>
                  <a:pt x="422" y="2132"/>
                  <a:pt x="422" y="2114"/>
                </a:cubicBezTo>
                <a:cubicBezTo>
                  <a:pt x="422" y="2077"/>
                  <a:pt x="450" y="2032"/>
                  <a:pt x="461" y="1948"/>
                </a:cubicBezTo>
                <a:lnTo>
                  <a:pt x="391" y="1938"/>
                </a:lnTo>
                <a:close/>
                <a:moveTo>
                  <a:pt x="647" y="1821"/>
                </a:moveTo>
                <a:lnTo>
                  <a:pt x="647" y="1825"/>
                </a:lnTo>
                <a:cubicBezTo>
                  <a:pt x="645" y="1823"/>
                  <a:pt x="647" y="1823"/>
                  <a:pt x="647" y="1821"/>
                </a:cubicBezTo>
                <a:close/>
              </a:path>
            </a:pathLst>
          </a:custGeom>
          <a:solidFill>
            <a:schemeClr val="accent2"/>
          </a:solidFill>
          <a:ln>
            <a:noFill/>
          </a:ln>
          <a:effectLst/>
        </p:spPr>
        <p:txBody>
          <a:bodyPr wrap="none" anchor="ctr"/>
          <a:lstStyle/>
          <a:p>
            <a:endParaRPr lang="en-US" dirty="0"/>
          </a:p>
        </p:txBody>
      </p:sp>
      <p:sp>
        <p:nvSpPr>
          <p:cNvPr id="72" name="Freeform 28"/>
          <p:cNvSpPr>
            <a:spLocks noChangeArrowheads="1"/>
          </p:cNvSpPr>
          <p:nvPr userDrawn="1"/>
        </p:nvSpPr>
        <p:spPr bwMode="auto">
          <a:xfrm rot="2700000">
            <a:off x="8980818" y="2299820"/>
            <a:ext cx="157806" cy="361948"/>
          </a:xfrm>
          <a:custGeom>
            <a:avLst/>
            <a:gdLst>
              <a:gd name="T0" fmla="*/ 64700846 w 1035"/>
              <a:gd name="T1" fmla="*/ 3492788 h 2379"/>
              <a:gd name="T2" fmla="*/ 24685170 w 1035"/>
              <a:gd name="T3" fmla="*/ 95988916 h 2379"/>
              <a:gd name="T4" fmla="*/ 0 w 1035"/>
              <a:gd name="T5" fmla="*/ 187061815 h 2379"/>
              <a:gd name="T6" fmla="*/ 34039474 w 1035"/>
              <a:gd name="T7" fmla="*/ 212546473 h 2379"/>
              <a:gd name="T8" fmla="*/ 34299356 w 1035"/>
              <a:gd name="T9" fmla="*/ 215651534 h 2379"/>
              <a:gd name="T10" fmla="*/ 36378051 w 1035"/>
              <a:gd name="T11" fmla="*/ 218885357 h 2379"/>
              <a:gd name="T12" fmla="*/ 42614133 w 1035"/>
              <a:gd name="T13" fmla="*/ 238290096 h 2379"/>
              <a:gd name="T14" fmla="*/ 44173424 w 1035"/>
              <a:gd name="T15" fmla="*/ 240877587 h 2379"/>
              <a:gd name="T16" fmla="*/ 67039422 w 1035"/>
              <a:gd name="T17" fmla="*/ 245664120 h 2379"/>
              <a:gd name="T18" fmla="*/ 89905779 w 1035"/>
              <a:gd name="T19" fmla="*/ 240877587 h 2379"/>
              <a:gd name="T20" fmla="*/ 91464710 w 1035"/>
              <a:gd name="T21" fmla="*/ 238290096 h 2379"/>
              <a:gd name="T22" fmla="*/ 97961035 w 1035"/>
              <a:gd name="T23" fmla="*/ 218885357 h 2379"/>
              <a:gd name="T24" fmla="*/ 100039729 w 1035"/>
              <a:gd name="T25" fmla="*/ 215651534 h 2379"/>
              <a:gd name="T26" fmla="*/ 100299611 w 1035"/>
              <a:gd name="T27" fmla="*/ 212546473 h 2379"/>
              <a:gd name="T28" fmla="*/ 134339086 w 1035"/>
              <a:gd name="T29" fmla="*/ 186802850 h 2379"/>
              <a:gd name="T30" fmla="*/ 109913797 w 1035"/>
              <a:gd name="T31" fmla="*/ 95729951 h 2379"/>
              <a:gd name="T32" fmla="*/ 69637880 w 1035"/>
              <a:gd name="T33" fmla="*/ 3492788 h 2379"/>
              <a:gd name="T34" fmla="*/ 67819067 w 1035"/>
              <a:gd name="T35" fmla="*/ 13583425 h 2379"/>
              <a:gd name="T36" fmla="*/ 102118423 w 1035"/>
              <a:gd name="T37" fmla="*/ 95988916 h 2379"/>
              <a:gd name="T38" fmla="*/ 97961035 w 1035"/>
              <a:gd name="T39" fmla="*/ 160283052 h 2379"/>
              <a:gd name="T40" fmla="*/ 90165661 w 1035"/>
              <a:gd name="T41" fmla="*/ 214098824 h 2379"/>
              <a:gd name="T42" fmla="*/ 45732355 w 1035"/>
              <a:gd name="T43" fmla="*/ 214098824 h 2379"/>
              <a:gd name="T44" fmla="*/ 38067102 w 1035"/>
              <a:gd name="T45" fmla="*/ 160800622 h 2379"/>
              <a:gd name="T46" fmla="*/ 33779593 w 1035"/>
              <a:gd name="T47" fmla="*/ 95988916 h 2379"/>
              <a:gd name="T48" fmla="*/ 67819067 w 1035"/>
              <a:gd name="T49" fmla="*/ 13583425 h 2379"/>
              <a:gd name="T50" fmla="*/ 52098559 w 1035"/>
              <a:gd name="T51" fmla="*/ 109960069 h 2379"/>
              <a:gd name="T52" fmla="*/ 83539575 w 1035"/>
              <a:gd name="T53" fmla="*/ 78783219 h 2379"/>
              <a:gd name="T54" fmla="*/ 58204881 w 1035"/>
              <a:gd name="T55" fmla="*/ 85122103 h 2379"/>
              <a:gd name="T56" fmla="*/ 77173372 w 1035"/>
              <a:gd name="T57" fmla="*/ 103880150 h 2379"/>
              <a:gd name="T58" fmla="*/ 58204881 w 1035"/>
              <a:gd name="T59" fmla="*/ 85122103 h 2379"/>
              <a:gd name="T60" fmla="*/ 29492083 w 1035"/>
              <a:gd name="T61" fmla="*/ 170115084 h 2379"/>
              <a:gd name="T62" fmla="*/ 11432999 w 1035"/>
              <a:gd name="T63" fmla="*/ 215651534 h 2379"/>
              <a:gd name="T64" fmla="*/ 48720455 w 1035"/>
              <a:gd name="T65" fmla="*/ 223930856 h 2379"/>
              <a:gd name="T66" fmla="*/ 87047440 w 1035"/>
              <a:gd name="T67" fmla="*/ 223930856 h 2379"/>
              <a:gd name="T68" fmla="*/ 83539575 w 1035"/>
              <a:gd name="T69" fmla="*/ 235056273 h 2379"/>
              <a:gd name="T70" fmla="*/ 52098559 w 1035"/>
              <a:gd name="T71" fmla="*/ 235056273 h 2379"/>
              <a:gd name="T72" fmla="*/ 48720455 w 1035"/>
              <a:gd name="T73" fmla="*/ 223930856 h 2379"/>
              <a:gd name="T74" fmla="*/ 126413591 w 1035"/>
              <a:gd name="T75" fmla="*/ 190295998 h 2379"/>
              <a:gd name="T76" fmla="*/ 102638187 w 1035"/>
              <a:gd name="T77" fmla="*/ 202973766 h 2379"/>
              <a:gd name="T78" fmla="*/ 50799510 w 1035"/>
              <a:gd name="T79" fmla="*/ 250709259 h 2379"/>
              <a:gd name="T80" fmla="*/ 49759983 w 1035"/>
              <a:gd name="T81" fmla="*/ 286672642 h 2379"/>
              <a:gd name="T82" fmla="*/ 67819067 w 1035"/>
              <a:gd name="T83" fmla="*/ 307629731 h 2379"/>
              <a:gd name="T84" fmla="*/ 90165661 w 1035"/>
              <a:gd name="T85" fmla="*/ 272183919 h 2379"/>
              <a:gd name="T86" fmla="*/ 76134205 w 1035"/>
              <a:gd name="T87" fmla="*/ 252003004 h 2379"/>
              <a:gd name="T88" fmla="*/ 68078949 w 1035"/>
              <a:gd name="T89" fmla="*/ 294693358 h 2379"/>
              <a:gd name="T90" fmla="*/ 54826777 w 1035"/>
              <a:gd name="T91" fmla="*/ 273477664 h 2379"/>
              <a:gd name="T92" fmla="*/ 50799510 w 1035"/>
              <a:gd name="T93" fmla="*/ 250709259 h 2379"/>
              <a:gd name="T94" fmla="*/ 84059339 w 1035"/>
              <a:gd name="T95" fmla="*/ 236091053 h 2379"/>
              <a:gd name="T96" fmla="*/ 84059339 w 1035"/>
              <a:gd name="T97" fmla="*/ 235573483 h 237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35" h="2379">
                <a:moveTo>
                  <a:pt x="522" y="0"/>
                </a:moveTo>
                <a:lnTo>
                  <a:pt x="498" y="27"/>
                </a:lnTo>
                <a:cubicBezTo>
                  <a:pt x="498" y="27"/>
                  <a:pt x="321" y="207"/>
                  <a:pt x="235" y="465"/>
                </a:cubicBezTo>
                <a:cubicBezTo>
                  <a:pt x="207" y="547"/>
                  <a:pt x="190" y="641"/>
                  <a:pt x="190" y="742"/>
                </a:cubicBezTo>
                <a:cubicBezTo>
                  <a:pt x="190" y="865"/>
                  <a:pt x="205" y="1053"/>
                  <a:pt x="221" y="1227"/>
                </a:cubicBezTo>
                <a:lnTo>
                  <a:pt x="0" y="1446"/>
                </a:lnTo>
                <a:lnTo>
                  <a:pt x="31" y="1782"/>
                </a:lnTo>
                <a:lnTo>
                  <a:pt x="262" y="1643"/>
                </a:lnTo>
                <a:cubicBezTo>
                  <a:pt x="262" y="1645"/>
                  <a:pt x="264" y="1661"/>
                  <a:pt x="264" y="1661"/>
                </a:cubicBezTo>
                <a:lnTo>
                  <a:pt x="264" y="1667"/>
                </a:lnTo>
                <a:lnTo>
                  <a:pt x="266" y="1674"/>
                </a:lnTo>
                <a:cubicBezTo>
                  <a:pt x="266" y="1674"/>
                  <a:pt x="272" y="1684"/>
                  <a:pt x="280" y="1692"/>
                </a:cubicBezTo>
                <a:cubicBezTo>
                  <a:pt x="285" y="1694"/>
                  <a:pt x="289" y="1698"/>
                  <a:pt x="293" y="1700"/>
                </a:cubicBezTo>
                <a:lnTo>
                  <a:pt x="328" y="1842"/>
                </a:lnTo>
                <a:cubicBezTo>
                  <a:pt x="328" y="1842"/>
                  <a:pt x="330" y="1848"/>
                  <a:pt x="332" y="1852"/>
                </a:cubicBezTo>
                <a:cubicBezTo>
                  <a:pt x="334" y="1856"/>
                  <a:pt x="338" y="1858"/>
                  <a:pt x="340" y="1862"/>
                </a:cubicBezTo>
                <a:cubicBezTo>
                  <a:pt x="348" y="1868"/>
                  <a:pt x="356" y="1874"/>
                  <a:pt x="371" y="1880"/>
                </a:cubicBezTo>
                <a:cubicBezTo>
                  <a:pt x="397" y="1891"/>
                  <a:pt x="440" y="1899"/>
                  <a:pt x="516" y="1899"/>
                </a:cubicBezTo>
                <a:cubicBezTo>
                  <a:pt x="592" y="1899"/>
                  <a:pt x="635" y="1893"/>
                  <a:pt x="661" y="1880"/>
                </a:cubicBezTo>
                <a:cubicBezTo>
                  <a:pt x="676" y="1874"/>
                  <a:pt x="684" y="1868"/>
                  <a:pt x="692" y="1862"/>
                </a:cubicBezTo>
                <a:cubicBezTo>
                  <a:pt x="696" y="1858"/>
                  <a:pt x="698" y="1856"/>
                  <a:pt x="700" y="1852"/>
                </a:cubicBezTo>
                <a:cubicBezTo>
                  <a:pt x="702" y="1848"/>
                  <a:pt x="704" y="1842"/>
                  <a:pt x="704" y="1842"/>
                </a:cubicBezTo>
                <a:lnTo>
                  <a:pt x="741" y="1700"/>
                </a:lnTo>
                <a:cubicBezTo>
                  <a:pt x="745" y="1698"/>
                  <a:pt x="749" y="1694"/>
                  <a:pt x="754" y="1692"/>
                </a:cubicBezTo>
                <a:cubicBezTo>
                  <a:pt x="762" y="1684"/>
                  <a:pt x="768" y="1674"/>
                  <a:pt x="768" y="1674"/>
                </a:cubicBezTo>
                <a:lnTo>
                  <a:pt x="770" y="1667"/>
                </a:lnTo>
                <a:lnTo>
                  <a:pt x="770" y="1661"/>
                </a:lnTo>
                <a:cubicBezTo>
                  <a:pt x="770" y="1661"/>
                  <a:pt x="772" y="1647"/>
                  <a:pt x="772" y="1643"/>
                </a:cubicBezTo>
                <a:lnTo>
                  <a:pt x="1001" y="1780"/>
                </a:lnTo>
                <a:lnTo>
                  <a:pt x="1034" y="1444"/>
                </a:lnTo>
                <a:lnTo>
                  <a:pt x="815" y="1225"/>
                </a:lnTo>
                <a:cubicBezTo>
                  <a:pt x="831" y="1049"/>
                  <a:pt x="846" y="860"/>
                  <a:pt x="846" y="740"/>
                </a:cubicBezTo>
                <a:cubicBezTo>
                  <a:pt x="846" y="639"/>
                  <a:pt x="827" y="547"/>
                  <a:pt x="799" y="465"/>
                </a:cubicBezTo>
                <a:cubicBezTo>
                  <a:pt x="713" y="209"/>
                  <a:pt x="536" y="27"/>
                  <a:pt x="536" y="27"/>
                </a:cubicBezTo>
                <a:lnTo>
                  <a:pt x="522" y="0"/>
                </a:lnTo>
                <a:close/>
                <a:moveTo>
                  <a:pt x="522" y="105"/>
                </a:moveTo>
                <a:cubicBezTo>
                  <a:pt x="557" y="144"/>
                  <a:pt x="674" y="281"/>
                  <a:pt x="743" y="488"/>
                </a:cubicBezTo>
                <a:cubicBezTo>
                  <a:pt x="770" y="566"/>
                  <a:pt x="786" y="649"/>
                  <a:pt x="786" y="742"/>
                </a:cubicBezTo>
                <a:cubicBezTo>
                  <a:pt x="786" y="860"/>
                  <a:pt x="772" y="1053"/>
                  <a:pt x="754" y="1229"/>
                </a:cubicBezTo>
                <a:cubicBezTo>
                  <a:pt x="754" y="1233"/>
                  <a:pt x="754" y="1235"/>
                  <a:pt x="754" y="1239"/>
                </a:cubicBezTo>
                <a:cubicBezTo>
                  <a:pt x="735" y="1446"/>
                  <a:pt x="713" y="1631"/>
                  <a:pt x="713" y="1643"/>
                </a:cubicBezTo>
                <a:cubicBezTo>
                  <a:pt x="708" y="1645"/>
                  <a:pt x="704" y="1649"/>
                  <a:pt x="694" y="1655"/>
                </a:cubicBezTo>
                <a:cubicBezTo>
                  <a:pt x="670" y="1665"/>
                  <a:pt x="618" y="1678"/>
                  <a:pt x="524" y="1678"/>
                </a:cubicBezTo>
                <a:cubicBezTo>
                  <a:pt x="430" y="1678"/>
                  <a:pt x="377" y="1665"/>
                  <a:pt x="352" y="1655"/>
                </a:cubicBezTo>
                <a:cubicBezTo>
                  <a:pt x="342" y="1651"/>
                  <a:pt x="336" y="1647"/>
                  <a:pt x="334" y="1643"/>
                </a:cubicBezTo>
                <a:cubicBezTo>
                  <a:pt x="332" y="1631"/>
                  <a:pt x="311" y="1450"/>
                  <a:pt x="293" y="1243"/>
                </a:cubicBezTo>
                <a:cubicBezTo>
                  <a:pt x="293" y="1239"/>
                  <a:pt x="293" y="1235"/>
                  <a:pt x="291" y="1229"/>
                </a:cubicBezTo>
                <a:cubicBezTo>
                  <a:pt x="274" y="1053"/>
                  <a:pt x="260" y="863"/>
                  <a:pt x="260" y="742"/>
                </a:cubicBezTo>
                <a:cubicBezTo>
                  <a:pt x="260" y="649"/>
                  <a:pt x="276" y="566"/>
                  <a:pt x="303" y="488"/>
                </a:cubicBezTo>
                <a:cubicBezTo>
                  <a:pt x="371" y="281"/>
                  <a:pt x="487" y="144"/>
                  <a:pt x="522" y="105"/>
                </a:cubicBezTo>
                <a:close/>
                <a:moveTo>
                  <a:pt x="401" y="609"/>
                </a:moveTo>
                <a:cubicBezTo>
                  <a:pt x="334" y="676"/>
                  <a:pt x="334" y="785"/>
                  <a:pt x="401" y="850"/>
                </a:cubicBezTo>
                <a:cubicBezTo>
                  <a:pt x="469" y="918"/>
                  <a:pt x="577" y="918"/>
                  <a:pt x="643" y="850"/>
                </a:cubicBezTo>
                <a:cubicBezTo>
                  <a:pt x="711" y="783"/>
                  <a:pt x="711" y="674"/>
                  <a:pt x="643" y="609"/>
                </a:cubicBezTo>
                <a:cubicBezTo>
                  <a:pt x="577" y="541"/>
                  <a:pt x="467" y="541"/>
                  <a:pt x="401" y="609"/>
                </a:cubicBezTo>
                <a:close/>
                <a:moveTo>
                  <a:pt x="448" y="658"/>
                </a:moveTo>
                <a:cubicBezTo>
                  <a:pt x="489" y="617"/>
                  <a:pt x="553" y="617"/>
                  <a:pt x="594" y="658"/>
                </a:cubicBezTo>
                <a:cubicBezTo>
                  <a:pt x="635" y="699"/>
                  <a:pt x="635" y="762"/>
                  <a:pt x="594" y="803"/>
                </a:cubicBezTo>
                <a:cubicBezTo>
                  <a:pt x="553" y="844"/>
                  <a:pt x="489" y="844"/>
                  <a:pt x="448" y="803"/>
                </a:cubicBezTo>
                <a:cubicBezTo>
                  <a:pt x="407" y="762"/>
                  <a:pt x="409" y="697"/>
                  <a:pt x="448" y="658"/>
                </a:cubicBezTo>
                <a:close/>
                <a:moveTo>
                  <a:pt x="72" y="1471"/>
                </a:moveTo>
                <a:lnTo>
                  <a:pt x="227" y="1315"/>
                </a:lnTo>
                <a:cubicBezTo>
                  <a:pt x="237" y="1418"/>
                  <a:pt x="248" y="1506"/>
                  <a:pt x="254" y="1569"/>
                </a:cubicBezTo>
                <a:lnTo>
                  <a:pt x="88" y="1667"/>
                </a:lnTo>
                <a:lnTo>
                  <a:pt x="72" y="1471"/>
                </a:lnTo>
                <a:close/>
                <a:moveTo>
                  <a:pt x="375" y="1731"/>
                </a:moveTo>
                <a:cubicBezTo>
                  <a:pt x="412" y="1739"/>
                  <a:pt x="457" y="1745"/>
                  <a:pt x="522" y="1745"/>
                </a:cubicBezTo>
                <a:cubicBezTo>
                  <a:pt x="588" y="1745"/>
                  <a:pt x="635" y="1739"/>
                  <a:pt x="670" y="1731"/>
                </a:cubicBezTo>
                <a:lnTo>
                  <a:pt x="649" y="1815"/>
                </a:lnTo>
                <a:cubicBezTo>
                  <a:pt x="649" y="1815"/>
                  <a:pt x="649" y="1815"/>
                  <a:pt x="643" y="1817"/>
                </a:cubicBezTo>
                <a:cubicBezTo>
                  <a:pt x="629" y="1823"/>
                  <a:pt x="594" y="1831"/>
                  <a:pt x="522" y="1831"/>
                </a:cubicBezTo>
                <a:cubicBezTo>
                  <a:pt x="450" y="1831"/>
                  <a:pt x="416" y="1823"/>
                  <a:pt x="401" y="1817"/>
                </a:cubicBezTo>
                <a:cubicBezTo>
                  <a:pt x="397" y="1815"/>
                  <a:pt x="397" y="1815"/>
                  <a:pt x="395" y="1815"/>
                </a:cubicBezTo>
                <a:lnTo>
                  <a:pt x="375" y="1731"/>
                </a:lnTo>
                <a:close/>
                <a:moveTo>
                  <a:pt x="817" y="1315"/>
                </a:moveTo>
                <a:lnTo>
                  <a:pt x="973" y="1471"/>
                </a:lnTo>
                <a:lnTo>
                  <a:pt x="954" y="1667"/>
                </a:lnTo>
                <a:lnTo>
                  <a:pt x="790" y="1569"/>
                </a:lnTo>
                <a:cubicBezTo>
                  <a:pt x="797" y="1506"/>
                  <a:pt x="807" y="1420"/>
                  <a:pt x="817" y="1315"/>
                </a:cubicBezTo>
                <a:close/>
                <a:moveTo>
                  <a:pt x="391" y="1938"/>
                </a:moveTo>
                <a:cubicBezTo>
                  <a:pt x="383" y="2007"/>
                  <a:pt x="350" y="2048"/>
                  <a:pt x="350" y="2112"/>
                </a:cubicBezTo>
                <a:cubicBezTo>
                  <a:pt x="350" y="2145"/>
                  <a:pt x="360" y="2179"/>
                  <a:pt x="383" y="2216"/>
                </a:cubicBezTo>
                <a:cubicBezTo>
                  <a:pt x="405" y="2255"/>
                  <a:pt x="442" y="2298"/>
                  <a:pt x="498" y="2354"/>
                </a:cubicBezTo>
                <a:lnTo>
                  <a:pt x="522" y="2378"/>
                </a:lnTo>
                <a:lnTo>
                  <a:pt x="547" y="2354"/>
                </a:lnTo>
                <a:cubicBezTo>
                  <a:pt x="657" y="2243"/>
                  <a:pt x="694" y="2170"/>
                  <a:pt x="694" y="2104"/>
                </a:cubicBezTo>
                <a:cubicBezTo>
                  <a:pt x="694" y="2039"/>
                  <a:pt x="661" y="1995"/>
                  <a:pt x="653" y="1938"/>
                </a:cubicBezTo>
                <a:lnTo>
                  <a:pt x="586" y="1948"/>
                </a:lnTo>
                <a:cubicBezTo>
                  <a:pt x="598" y="2022"/>
                  <a:pt x="625" y="2065"/>
                  <a:pt x="627" y="2106"/>
                </a:cubicBezTo>
                <a:cubicBezTo>
                  <a:pt x="627" y="2141"/>
                  <a:pt x="600" y="2194"/>
                  <a:pt x="524" y="2278"/>
                </a:cubicBezTo>
                <a:cubicBezTo>
                  <a:pt x="489" y="2241"/>
                  <a:pt x="459" y="2206"/>
                  <a:pt x="444" y="2181"/>
                </a:cubicBezTo>
                <a:cubicBezTo>
                  <a:pt x="426" y="2151"/>
                  <a:pt x="422" y="2132"/>
                  <a:pt x="422" y="2114"/>
                </a:cubicBezTo>
                <a:cubicBezTo>
                  <a:pt x="422" y="2077"/>
                  <a:pt x="450" y="2032"/>
                  <a:pt x="461" y="1948"/>
                </a:cubicBezTo>
                <a:lnTo>
                  <a:pt x="391" y="1938"/>
                </a:lnTo>
                <a:close/>
                <a:moveTo>
                  <a:pt x="647" y="1821"/>
                </a:moveTo>
                <a:lnTo>
                  <a:pt x="647" y="1825"/>
                </a:lnTo>
                <a:cubicBezTo>
                  <a:pt x="645" y="1823"/>
                  <a:pt x="647" y="1823"/>
                  <a:pt x="647" y="1821"/>
                </a:cubicBezTo>
                <a:close/>
              </a:path>
            </a:pathLst>
          </a:custGeom>
          <a:solidFill>
            <a:schemeClr val="accent2"/>
          </a:solidFill>
          <a:ln>
            <a:noFill/>
          </a:ln>
          <a:effectLst/>
        </p:spPr>
        <p:txBody>
          <a:bodyPr wrap="none" anchor="ctr"/>
          <a:lstStyle/>
          <a:p>
            <a:endParaRPr lang="en-US" dirty="0"/>
          </a:p>
        </p:txBody>
      </p:sp>
      <p:sp>
        <p:nvSpPr>
          <p:cNvPr id="75" name="Freeform 28"/>
          <p:cNvSpPr>
            <a:spLocks noChangeArrowheads="1"/>
          </p:cNvSpPr>
          <p:nvPr userDrawn="1"/>
        </p:nvSpPr>
        <p:spPr bwMode="auto">
          <a:xfrm rot="2700000">
            <a:off x="3062348" y="5564019"/>
            <a:ext cx="157806" cy="361948"/>
          </a:xfrm>
          <a:custGeom>
            <a:avLst/>
            <a:gdLst>
              <a:gd name="T0" fmla="*/ 64700846 w 1035"/>
              <a:gd name="T1" fmla="*/ 3492788 h 2379"/>
              <a:gd name="T2" fmla="*/ 24685170 w 1035"/>
              <a:gd name="T3" fmla="*/ 95988916 h 2379"/>
              <a:gd name="T4" fmla="*/ 0 w 1035"/>
              <a:gd name="T5" fmla="*/ 187061815 h 2379"/>
              <a:gd name="T6" fmla="*/ 34039474 w 1035"/>
              <a:gd name="T7" fmla="*/ 212546473 h 2379"/>
              <a:gd name="T8" fmla="*/ 34299356 w 1035"/>
              <a:gd name="T9" fmla="*/ 215651534 h 2379"/>
              <a:gd name="T10" fmla="*/ 36378051 w 1035"/>
              <a:gd name="T11" fmla="*/ 218885357 h 2379"/>
              <a:gd name="T12" fmla="*/ 42614133 w 1035"/>
              <a:gd name="T13" fmla="*/ 238290096 h 2379"/>
              <a:gd name="T14" fmla="*/ 44173424 w 1035"/>
              <a:gd name="T15" fmla="*/ 240877587 h 2379"/>
              <a:gd name="T16" fmla="*/ 67039422 w 1035"/>
              <a:gd name="T17" fmla="*/ 245664120 h 2379"/>
              <a:gd name="T18" fmla="*/ 89905779 w 1035"/>
              <a:gd name="T19" fmla="*/ 240877587 h 2379"/>
              <a:gd name="T20" fmla="*/ 91464710 w 1035"/>
              <a:gd name="T21" fmla="*/ 238290096 h 2379"/>
              <a:gd name="T22" fmla="*/ 97961035 w 1035"/>
              <a:gd name="T23" fmla="*/ 218885357 h 2379"/>
              <a:gd name="T24" fmla="*/ 100039729 w 1035"/>
              <a:gd name="T25" fmla="*/ 215651534 h 2379"/>
              <a:gd name="T26" fmla="*/ 100299611 w 1035"/>
              <a:gd name="T27" fmla="*/ 212546473 h 2379"/>
              <a:gd name="T28" fmla="*/ 134339086 w 1035"/>
              <a:gd name="T29" fmla="*/ 186802850 h 2379"/>
              <a:gd name="T30" fmla="*/ 109913797 w 1035"/>
              <a:gd name="T31" fmla="*/ 95729951 h 2379"/>
              <a:gd name="T32" fmla="*/ 69637880 w 1035"/>
              <a:gd name="T33" fmla="*/ 3492788 h 2379"/>
              <a:gd name="T34" fmla="*/ 67819067 w 1035"/>
              <a:gd name="T35" fmla="*/ 13583425 h 2379"/>
              <a:gd name="T36" fmla="*/ 102118423 w 1035"/>
              <a:gd name="T37" fmla="*/ 95988916 h 2379"/>
              <a:gd name="T38" fmla="*/ 97961035 w 1035"/>
              <a:gd name="T39" fmla="*/ 160283052 h 2379"/>
              <a:gd name="T40" fmla="*/ 90165661 w 1035"/>
              <a:gd name="T41" fmla="*/ 214098824 h 2379"/>
              <a:gd name="T42" fmla="*/ 45732355 w 1035"/>
              <a:gd name="T43" fmla="*/ 214098824 h 2379"/>
              <a:gd name="T44" fmla="*/ 38067102 w 1035"/>
              <a:gd name="T45" fmla="*/ 160800622 h 2379"/>
              <a:gd name="T46" fmla="*/ 33779593 w 1035"/>
              <a:gd name="T47" fmla="*/ 95988916 h 2379"/>
              <a:gd name="T48" fmla="*/ 67819067 w 1035"/>
              <a:gd name="T49" fmla="*/ 13583425 h 2379"/>
              <a:gd name="T50" fmla="*/ 52098559 w 1035"/>
              <a:gd name="T51" fmla="*/ 109960069 h 2379"/>
              <a:gd name="T52" fmla="*/ 83539575 w 1035"/>
              <a:gd name="T53" fmla="*/ 78783219 h 2379"/>
              <a:gd name="T54" fmla="*/ 58204881 w 1035"/>
              <a:gd name="T55" fmla="*/ 85122103 h 2379"/>
              <a:gd name="T56" fmla="*/ 77173372 w 1035"/>
              <a:gd name="T57" fmla="*/ 103880150 h 2379"/>
              <a:gd name="T58" fmla="*/ 58204881 w 1035"/>
              <a:gd name="T59" fmla="*/ 85122103 h 2379"/>
              <a:gd name="T60" fmla="*/ 29492083 w 1035"/>
              <a:gd name="T61" fmla="*/ 170115084 h 2379"/>
              <a:gd name="T62" fmla="*/ 11432999 w 1035"/>
              <a:gd name="T63" fmla="*/ 215651534 h 2379"/>
              <a:gd name="T64" fmla="*/ 48720455 w 1035"/>
              <a:gd name="T65" fmla="*/ 223930856 h 2379"/>
              <a:gd name="T66" fmla="*/ 87047440 w 1035"/>
              <a:gd name="T67" fmla="*/ 223930856 h 2379"/>
              <a:gd name="T68" fmla="*/ 83539575 w 1035"/>
              <a:gd name="T69" fmla="*/ 235056273 h 2379"/>
              <a:gd name="T70" fmla="*/ 52098559 w 1035"/>
              <a:gd name="T71" fmla="*/ 235056273 h 2379"/>
              <a:gd name="T72" fmla="*/ 48720455 w 1035"/>
              <a:gd name="T73" fmla="*/ 223930856 h 2379"/>
              <a:gd name="T74" fmla="*/ 126413591 w 1035"/>
              <a:gd name="T75" fmla="*/ 190295998 h 2379"/>
              <a:gd name="T76" fmla="*/ 102638187 w 1035"/>
              <a:gd name="T77" fmla="*/ 202973766 h 2379"/>
              <a:gd name="T78" fmla="*/ 50799510 w 1035"/>
              <a:gd name="T79" fmla="*/ 250709259 h 2379"/>
              <a:gd name="T80" fmla="*/ 49759983 w 1035"/>
              <a:gd name="T81" fmla="*/ 286672642 h 2379"/>
              <a:gd name="T82" fmla="*/ 67819067 w 1035"/>
              <a:gd name="T83" fmla="*/ 307629731 h 2379"/>
              <a:gd name="T84" fmla="*/ 90165661 w 1035"/>
              <a:gd name="T85" fmla="*/ 272183919 h 2379"/>
              <a:gd name="T86" fmla="*/ 76134205 w 1035"/>
              <a:gd name="T87" fmla="*/ 252003004 h 2379"/>
              <a:gd name="T88" fmla="*/ 68078949 w 1035"/>
              <a:gd name="T89" fmla="*/ 294693358 h 2379"/>
              <a:gd name="T90" fmla="*/ 54826777 w 1035"/>
              <a:gd name="T91" fmla="*/ 273477664 h 2379"/>
              <a:gd name="T92" fmla="*/ 50799510 w 1035"/>
              <a:gd name="T93" fmla="*/ 250709259 h 2379"/>
              <a:gd name="T94" fmla="*/ 84059339 w 1035"/>
              <a:gd name="T95" fmla="*/ 236091053 h 2379"/>
              <a:gd name="T96" fmla="*/ 84059339 w 1035"/>
              <a:gd name="T97" fmla="*/ 235573483 h 237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35" h="2379">
                <a:moveTo>
                  <a:pt x="522" y="0"/>
                </a:moveTo>
                <a:lnTo>
                  <a:pt x="498" y="27"/>
                </a:lnTo>
                <a:cubicBezTo>
                  <a:pt x="498" y="27"/>
                  <a:pt x="321" y="207"/>
                  <a:pt x="235" y="465"/>
                </a:cubicBezTo>
                <a:cubicBezTo>
                  <a:pt x="207" y="547"/>
                  <a:pt x="190" y="641"/>
                  <a:pt x="190" y="742"/>
                </a:cubicBezTo>
                <a:cubicBezTo>
                  <a:pt x="190" y="865"/>
                  <a:pt x="205" y="1053"/>
                  <a:pt x="221" y="1227"/>
                </a:cubicBezTo>
                <a:lnTo>
                  <a:pt x="0" y="1446"/>
                </a:lnTo>
                <a:lnTo>
                  <a:pt x="31" y="1782"/>
                </a:lnTo>
                <a:lnTo>
                  <a:pt x="262" y="1643"/>
                </a:lnTo>
                <a:cubicBezTo>
                  <a:pt x="262" y="1645"/>
                  <a:pt x="264" y="1661"/>
                  <a:pt x="264" y="1661"/>
                </a:cubicBezTo>
                <a:lnTo>
                  <a:pt x="264" y="1667"/>
                </a:lnTo>
                <a:lnTo>
                  <a:pt x="266" y="1674"/>
                </a:lnTo>
                <a:cubicBezTo>
                  <a:pt x="266" y="1674"/>
                  <a:pt x="272" y="1684"/>
                  <a:pt x="280" y="1692"/>
                </a:cubicBezTo>
                <a:cubicBezTo>
                  <a:pt x="285" y="1694"/>
                  <a:pt x="289" y="1698"/>
                  <a:pt x="293" y="1700"/>
                </a:cubicBezTo>
                <a:lnTo>
                  <a:pt x="328" y="1842"/>
                </a:lnTo>
                <a:cubicBezTo>
                  <a:pt x="328" y="1842"/>
                  <a:pt x="330" y="1848"/>
                  <a:pt x="332" y="1852"/>
                </a:cubicBezTo>
                <a:cubicBezTo>
                  <a:pt x="334" y="1856"/>
                  <a:pt x="338" y="1858"/>
                  <a:pt x="340" y="1862"/>
                </a:cubicBezTo>
                <a:cubicBezTo>
                  <a:pt x="348" y="1868"/>
                  <a:pt x="356" y="1874"/>
                  <a:pt x="371" y="1880"/>
                </a:cubicBezTo>
                <a:cubicBezTo>
                  <a:pt x="397" y="1891"/>
                  <a:pt x="440" y="1899"/>
                  <a:pt x="516" y="1899"/>
                </a:cubicBezTo>
                <a:cubicBezTo>
                  <a:pt x="592" y="1899"/>
                  <a:pt x="635" y="1893"/>
                  <a:pt x="661" y="1880"/>
                </a:cubicBezTo>
                <a:cubicBezTo>
                  <a:pt x="676" y="1874"/>
                  <a:pt x="684" y="1868"/>
                  <a:pt x="692" y="1862"/>
                </a:cubicBezTo>
                <a:cubicBezTo>
                  <a:pt x="696" y="1858"/>
                  <a:pt x="698" y="1856"/>
                  <a:pt x="700" y="1852"/>
                </a:cubicBezTo>
                <a:cubicBezTo>
                  <a:pt x="702" y="1848"/>
                  <a:pt x="704" y="1842"/>
                  <a:pt x="704" y="1842"/>
                </a:cubicBezTo>
                <a:lnTo>
                  <a:pt x="741" y="1700"/>
                </a:lnTo>
                <a:cubicBezTo>
                  <a:pt x="745" y="1698"/>
                  <a:pt x="749" y="1694"/>
                  <a:pt x="754" y="1692"/>
                </a:cubicBezTo>
                <a:cubicBezTo>
                  <a:pt x="762" y="1684"/>
                  <a:pt x="768" y="1674"/>
                  <a:pt x="768" y="1674"/>
                </a:cubicBezTo>
                <a:lnTo>
                  <a:pt x="770" y="1667"/>
                </a:lnTo>
                <a:lnTo>
                  <a:pt x="770" y="1661"/>
                </a:lnTo>
                <a:cubicBezTo>
                  <a:pt x="770" y="1661"/>
                  <a:pt x="772" y="1647"/>
                  <a:pt x="772" y="1643"/>
                </a:cubicBezTo>
                <a:lnTo>
                  <a:pt x="1001" y="1780"/>
                </a:lnTo>
                <a:lnTo>
                  <a:pt x="1034" y="1444"/>
                </a:lnTo>
                <a:lnTo>
                  <a:pt x="815" y="1225"/>
                </a:lnTo>
                <a:cubicBezTo>
                  <a:pt x="831" y="1049"/>
                  <a:pt x="846" y="860"/>
                  <a:pt x="846" y="740"/>
                </a:cubicBezTo>
                <a:cubicBezTo>
                  <a:pt x="846" y="639"/>
                  <a:pt x="827" y="547"/>
                  <a:pt x="799" y="465"/>
                </a:cubicBezTo>
                <a:cubicBezTo>
                  <a:pt x="713" y="209"/>
                  <a:pt x="536" y="27"/>
                  <a:pt x="536" y="27"/>
                </a:cubicBezTo>
                <a:lnTo>
                  <a:pt x="522" y="0"/>
                </a:lnTo>
                <a:close/>
                <a:moveTo>
                  <a:pt x="522" y="105"/>
                </a:moveTo>
                <a:cubicBezTo>
                  <a:pt x="557" y="144"/>
                  <a:pt x="674" y="281"/>
                  <a:pt x="743" y="488"/>
                </a:cubicBezTo>
                <a:cubicBezTo>
                  <a:pt x="770" y="566"/>
                  <a:pt x="786" y="649"/>
                  <a:pt x="786" y="742"/>
                </a:cubicBezTo>
                <a:cubicBezTo>
                  <a:pt x="786" y="860"/>
                  <a:pt x="772" y="1053"/>
                  <a:pt x="754" y="1229"/>
                </a:cubicBezTo>
                <a:cubicBezTo>
                  <a:pt x="754" y="1233"/>
                  <a:pt x="754" y="1235"/>
                  <a:pt x="754" y="1239"/>
                </a:cubicBezTo>
                <a:cubicBezTo>
                  <a:pt x="735" y="1446"/>
                  <a:pt x="713" y="1631"/>
                  <a:pt x="713" y="1643"/>
                </a:cubicBezTo>
                <a:cubicBezTo>
                  <a:pt x="708" y="1645"/>
                  <a:pt x="704" y="1649"/>
                  <a:pt x="694" y="1655"/>
                </a:cubicBezTo>
                <a:cubicBezTo>
                  <a:pt x="670" y="1665"/>
                  <a:pt x="618" y="1678"/>
                  <a:pt x="524" y="1678"/>
                </a:cubicBezTo>
                <a:cubicBezTo>
                  <a:pt x="430" y="1678"/>
                  <a:pt x="377" y="1665"/>
                  <a:pt x="352" y="1655"/>
                </a:cubicBezTo>
                <a:cubicBezTo>
                  <a:pt x="342" y="1651"/>
                  <a:pt x="336" y="1647"/>
                  <a:pt x="334" y="1643"/>
                </a:cubicBezTo>
                <a:cubicBezTo>
                  <a:pt x="332" y="1631"/>
                  <a:pt x="311" y="1450"/>
                  <a:pt x="293" y="1243"/>
                </a:cubicBezTo>
                <a:cubicBezTo>
                  <a:pt x="293" y="1239"/>
                  <a:pt x="293" y="1235"/>
                  <a:pt x="291" y="1229"/>
                </a:cubicBezTo>
                <a:cubicBezTo>
                  <a:pt x="274" y="1053"/>
                  <a:pt x="260" y="863"/>
                  <a:pt x="260" y="742"/>
                </a:cubicBezTo>
                <a:cubicBezTo>
                  <a:pt x="260" y="649"/>
                  <a:pt x="276" y="566"/>
                  <a:pt x="303" y="488"/>
                </a:cubicBezTo>
                <a:cubicBezTo>
                  <a:pt x="371" y="281"/>
                  <a:pt x="487" y="144"/>
                  <a:pt x="522" y="105"/>
                </a:cubicBezTo>
                <a:close/>
                <a:moveTo>
                  <a:pt x="401" y="609"/>
                </a:moveTo>
                <a:cubicBezTo>
                  <a:pt x="334" y="676"/>
                  <a:pt x="334" y="785"/>
                  <a:pt x="401" y="850"/>
                </a:cubicBezTo>
                <a:cubicBezTo>
                  <a:pt x="469" y="918"/>
                  <a:pt x="577" y="918"/>
                  <a:pt x="643" y="850"/>
                </a:cubicBezTo>
                <a:cubicBezTo>
                  <a:pt x="711" y="783"/>
                  <a:pt x="711" y="674"/>
                  <a:pt x="643" y="609"/>
                </a:cubicBezTo>
                <a:cubicBezTo>
                  <a:pt x="577" y="541"/>
                  <a:pt x="467" y="541"/>
                  <a:pt x="401" y="609"/>
                </a:cubicBezTo>
                <a:close/>
                <a:moveTo>
                  <a:pt x="448" y="658"/>
                </a:moveTo>
                <a:cubicBezTo>
                  <a:pt x="489" y="617"/>
                  <a:pt x="553" y="617"/>
                  <a:pt x="594" y="658"/>
                </a:cubicBezTo>
                <a:cubicBezTo>
                  <a:pt x="635" y="699"/>
                  <a:pt x="635" y="762"/>
                  <a:pt x="594" y="803"/>
                </a:cubicBezTo>
                <a:cubicBezTo>
                  <a:pt x="553" y="844"/>
                  <a:pt x="489" y="844"/>
                  <a:pt x="448" y="803"/>
                </a:cubicBezTo>
                <a:cubicBezTo>
                  <a:pt x="407" y="762"/>
                  <a:pt x="409" y="697"/>
                  <a:pt x="448" y="658"/>
                </a:cubicBezTo>
                <a:close/>
                <a:moveTo>
                  <a:pt x="72" y="1471"/>
                </a:moveTo>
                <a:lnTo>
                  <a:pt x="227" y="1315"/>
                </a:lnTo>
                <a:cubicBezTo>
                  <a:pt x="237" y="1418"/>
                  <a:pt x="248" y="1506"/>
                  <a:pt x="254" y="1569"/>
                </a:cubicBezTo>
                <a:lnTo>
                  <a:pt x="88" y="1667"/>
                </a:lnTo>
                <a:lnTo>
                  <a:pt x="72" y="1471"/>
                </a:lnTo>
                <a:close/>
                <a:moveTo>
                  <a:pt x="375" y="1731"/>
                </a:moveTo>
                <a:cubicBezTo>
                  <a:pt x="412" y="1739"/>
                  <a:pt x="457" y="1745"/>
                  <a:pt x="522" y="1745"/>
                </a:cubicBezTo>
                <a:cubicBezTo>
                  <a:pt x="588" y="1745"/>
                  <a:pt x="635" y="1739"/>
                  <a:pt x="670" y="1731"/>
                </a:cubicBezTo>
                <a:lnTo>
                  <a:pt x="649" y="1815"/>
                </a:lnTo>
                <a:cubicBezTo>
                  <a:pt x="649" y="1815"/>
                  <a:pt x="649" y="1815"/>
                  <a:pt x="643" y="1817"/>
                </a:cubicBezTo>
                <a:cubicBezTo>
                  <a:pt x="629" y="1823"/>
                  <a:pt x="594" y="1831"/>
                  <a:pt x="522" y="1831"/>
                </a:cubicBezTo>
                <a:cubicBezTo>
                  <a:pt x="450" y="1831"/>
                  <a:pt x="416" y="1823"/>
                  <a:pt x="401" y="1817"/>
                </a:cubicBezTo>
                <a:cubicBezTo>
                  <a:pt x="397" y="1815"/>
                  <a:pt x="397" y="1815"/>
                  <a:pt x="395" y="1815"/>
                </a:cubicBezTo>
                <a:lnTo>
                  <a:pt x="375" y="1731"/>
                </a:lnTo>
                <a:close/>
                <a:moveTo>
                  <a:pt x="817" y="1315"/>
                </a:moveTo>
                <a:lnTo>
                  <a:pt x="973" y="1471"/>
                </a:lnTo>
                <a:lnTo>
                  <a:pt x="954" y="1667"/>
                </a:lnTo>
                <a:lnTo>
                  <a:pt x="790" y="1569"/>
                </a:lnTo>
                <a:cubicBezTo>
                  <a:pt x="797" y="1506"/>
                  <a:pt x="807" y="1420"/>
                  <a:pt x="817" y="1315"/>
                </a:cubicBezTo>
                <a:close/>
                <a:moveTo>
                  <a:pt x="391" y="1938"/>
                </a:moveTo>
                <a:cubicBezTo>
                  <a:pt x="383" y="2007"/>
                  <a:pt x="350" y="2048"/>
                  <a:pt x="350" y="2112"/>
                </a:cubicBezTo>
                <a:cubicBezTo>
                  <a:pt x="350" y="2145"/>
                  <a:pt x="360" y="2179"/>
                  <a:pt x="383" y="2216"/>
                </a:cubicBezTo>
                <a:cubicBezTo>
                  <a:pt x="405" y="2255"/>
                  <a:pt x="442" y="2298"/>
                  <a:pt x="498" y="2354"/>
                </a:cubicBezTo>
                <a:lnTo>
                  <a:pt x="522" y="2378"/>
                </a:lnTo>
                <a:lnTo>
                  <a:pt x="547" y="2354"/>
                </a:lnTo>
                <a:cubicBezTo>
                  <a:pt x="657" y="2243"/>
                  <a:pt x="694" y="2170"/>
                  <a:pt x="694" y="2104"/>
                </a:cubicBezTo>
                <a:cubicBezTo>
                  <a:pt x="694" y="2039"/>
                  <a:pt x="661" y="1995"/>
                  <a:pt x="653" y="1938"/>
                </a:cubicBezTo>
                <a:lnTo>
                  <a:pt x="586" y="1948"/>
                </a:lnTo>
                <a:cubicBezTo>
                  <a:pt x="598" y="2022"/>
                  <a:pt x="625" y="2065"/>
                  <a:pt x="627" y="2106"/>
                </a:cubicBezTo>
                <a:cubicBezTo>
                  <a:pt x="627" y="2141"/>
                  <a:pt x="600" y="2194"/>
                  <a:pt x="524" y="2278"/>
                </a:cubicBezTo>
                <a:cubicBezTo>
                  <a:pt x="489" y="2241"/>
                  <a:pt x="459" y="2206"/>
                  <a:pt x="444" y="2181"/>
                </a:cubicBezTo>
                <a:cubicBezTo>
                  <a:pt x="426" y="2151"/>
                  <a:pt x="422" y="2132"/>
                  <a:pt x="422" y="2114"/>
                </a:cubicBezTo>
                <a:cubicBezTo>
                  <a:pt x="422" y="2077"/>
                  <a:pt x="450" y="2032"/>
                  <a:pt x="461" y="1948"/>
                </a:cubicBezTo>
                <a:lnTo>
                  <a:pt x="391" y="1938"/>
                </a:lnTo>
                <a:close/>
                <a:moveTo>
                  <a:pt x="647" y="1821"/>
                </a:moveTo>
                <a:lnTo>
                  <a:pt x="647" y="1825"/>
                </a:lnTo>
                <a:cubicBezTo>
                  <a:pt x="645" y="1823"/>
                  <a:pt x="647" y="1823"/>
                  <a:pt x="647" y="1821"/>
                </a:cubicBezTo>
                <a:close/>
              </a:path>
            </a:pathLst>
          </a:custGeom>
          <a:solidFill>
            <a:schemeClr val="accent2"/>
          </a:solidFill>
          <a:ln>
            <a:noFill/>
          </a:ln>
          <a:effectLst/>
        </p:spPr>
        <p:txBody>
          <a:bodyPr wrap="none" anchor="ctr"/>
          <a:lstStyle/>
          <a:p>
            <a:endParaRPr lang="en-US" dirty="0"/>
          </a:p>
        </p:txBody>
      </p:sp>
      <p:sp>
        <p:nvSpPr>
          <p:cNvPr id="77" name="Freeform 28"/>
          <p:cNvSpPr>
            <a:spLocks noChangeArrowheads="1"/>
          </p:cNvSpPr>
          <p:nvPr userDrawn="1"/>
        </p:nvSpPr>
        <p:spPr bwMode="auto">
          <a:xfrm rot="2700000">
            <a:off x="6999738" y="5564019"/>
            <a:ext cx="157806" cy="361948"/>
          </a:xfrm>
          <a:custGeom>
            <a:avLst/>
            <a:gdLst>
              <a:gd name="T0" fmla="*/ 64700846 w 1035"/>
              <a:gd name="T1" fmla="*/ 3492788 h 2379"/>
              <a:gd name="T2" fmla="*/ 24685170 w 1035"/>
              <a:gd name="T3" fmla="*/ 95988916 h 2379"/>
              <a:gd name="T4" fmla="*/ 0 w 1035"/>
              <a:gd name="T5" fmla="*/ 187061815 h 2379"/>
              <a:gd name="T6" fmla="*/ 34039474 w 1035"/>
              <a:gd name="T7" fmla="*/ 212546473 h 2379"/>
              <a:gd name="T8" fmla="*/ 34299356 w 1035"/>
              <a:gd name="T9" fmla="*/ 215651534 h 2379"/>
              <a:gd name="T10" fmla="*/ 36378051 w 1035"/>
              <a:gd name="T11" fmla="*/ 218885357 h 2379"/>
              <a:gd name="T12" fmla="*/ 42614133 w 1035"/>
              <a:gd name="T13" fmla="*/ 238290096 h 2379"/>
              <a:gd name="T14" fmla="*/ 44173424 w 1035"/>
              <a:gd name="T15" fmla="*/ 240877587 h 2379"/>
              <a:gd name="T16" fmla="*/ 67039422 w 1035"/>
              <a:gd name="T17" fmla="*/ 245664120 h 2379"/>
              <a:gd name="T18" fmla="*/ 89905779 w 1035"/>
              <a:gd name="T19" fmla="*/ 240877587 h 2379"/>
              <a:gd name="T20" fmla="*/ 91464710 w 1035"/>
              <a:gd name="T21" fmla="*/ 238290096 h 2379"/>
              <a:gd name="T22" fmla="*/ 97961035 w 1035"/>
              <a:gd name="T23" fmla="*/ 218885357 h 2379"/>
              <a:gd name="T24" fmla="*/ 100039729 w 1035"/>
              <a:gd name="T25" fmla="*/ 215651534 h 2379"/>
              <a:gd name="T26" fmla="*/ 100299611 w 1035"/>
              <a:gd name="T27" fmla="*/ 212546473 h 2379"/>
              <a:gd name="T28" fmla="*/ 134339086 w 1035"/>
              <a:gd name="T29" fmla="*/ 186802850 h 2379"/>
              <a:gd name="T30" fmla="*/ 109913797 w 1035"/>
              <a:gd name="T31" fmla="*/ 95729951 h 2379"/>
              <a:gd name="T32" fmla="*/ 69637880 w 1035"/>
              <a:gd name="T33" fmla="*/ 3492788 h 2379"/>
              <a:gd name="T34" fmla="*/ 67819067 w 1035"/>
              <a:gd name="T35" fmla="*/ 13583425 h 2379"/>
              <a:gd name="T36" fmla="*/ 102118423 w 1035"/>
              <a:gd name="T37" fmla="*/ 95988916 h 2379"/>
              <a:gd name="T38" fmla="*/ 97961035 w 1035"/>
              <a:gd name="T39" fmla="*/ 160283052 h 2379"/>
              <a:gd name="T40" fmla="*/ 90165661 w 1035"/>
              <a:gd name="T41" fmla="*/ 214098824 h 2379"/>
              <a:gd name="T42" fmla="*/ 45732355 w 1035"/>
              <a:gd name="T43" fmla="*/ 214098824 h 2379"/>
              <a:gd name="T44" fmla="*/ 38067102 w 1035"/>
              <a:gd name="T45" fmla="*/ 160800622 h 2379"/>
              <a:gd name="T46" fmla="*/ 33779593 w 1035"/>
              <a:gd name="T47" fmla="*/ 95988916 h 2379"/>
              <a:gd name="T48" fmla="*/ 67819067 w 1035"/>
              <a:gd name="T49" fmla="*/ 13583425 h 2379"/>
              <a:gd name="T50" fmla="*/ 52098559 w 1035"/>
              <a:gd name="T51" fmla="*/ 109960069 h 2379"/>
              <a:gd name="T52" fmla="*/ 83539575 w 1035"/>
              <a:gd name="T53" fmla="*/ 78783219 h 2379"/>
              <a:gd name="T54" fmla="*/ 58204881 w 1035"/>
              <a:gd name="T55" fmla="*/ 85122103 h 2379"/>
              <a:gd name="T56" fmla="*/ 77173372 w 1035"/>
              <a:gd name="T57" fmla="*/ 103880150 h 2379"/>
              <a:gd name="T58" fmla="*/ 58204881 w 1035"/>
              <a:gd name="T59" fmla="*/ 85122103 h 2379"/>
              <a:gd name="T60" fmla="*/ 29492083 w 1035"/>
              <a:gd name="T61" fmla="*/ 170115084 h 2379"/>
              <a:gd name="T62" fmla="*/ 11432999 w 1035"/>
              <a:gd name="T63" fmla="*/ 215651534 h 2379"/>
              <a:gd name="T64" fmla="*/ 48720455 w 1035"/>
              <a:gd name="T65" fmla="*/ 223930856 h 2379"/>
              <a:gd name="T66" fmla="*/ 87047440 w 1035"/>
              <a:gd name="T67" fmla="*/ 223930856 h 2379"/>
              <a:gd name="T68" fmla="*/ 83539575 w 1035"/>
              <a:gd name="T69" fmla="*/ 235056273 h 2379"/>
              <a:gd name="T70" fmla="*/ 52098559 w 1035"/>
              <a:gd name="T71" fmla="*/ 235056273 h 2379"/>
              <a:gd name="T72" fmla="*/ 48720455 w 1035"/>
              <a:gd name="T73" fmla="*/ 223930856 h 2379"/>
              <a:gd name="T74" fmla="*/ 126413591 w 1035"/>
              <a:gd name="T75" fmla="*/ 190295998 h 2379"/>
              <a:gd name="T76" fmla="*/ 102638187 w 1035"/>
              <a:gd name="T77" fmla="*/ 202973766 h 2379"/>
              <a:gd name="T78" fmla="*/ 50799510 w 1035"/>
              <a:gd name="T79" fmla="*/ 250709259 h 2379"/>
              <a:gd name="T80" fmla="*/ 49759983 w 1035"/>
              <a:gd name="T81" fmla="*/ 286672642 h 2379"/>
              <a:gd name="T82" fmla="*/ 67819067 w 1035"/>
              <a:gd name="T83" fmla="*/ 307629731 h 2379"/>
              <a:gd name="T84" fmla="*/ 90165661 w 1035"/>
              <a:gd name="T85" fmla="*/ 272183919 h 2379"/>
              <a:gd name="T86" fmla="*/ 76134205 w 1035"/>
              <a:gd name="T87" fmla="*/ 252003004 h 2379"/>
              <a:gd name="T88" fmla="*/ 68078949 w 1035"/>
              <a:gd name="T89" fmla="*/ 294693358 h 2379"/>
              <a:gd name="T90" fmla="*/ 54826777 w 1035"/>
              <a:gd name="T91" fmla="*/ 273477664 h 2379"/>
              <a:gd name="T92" fmla="*/ 50799510 w 1035"/>
              <a:gd name="T93" fmla="*/ 250709259 h 2379"/>
              <a:gd name="T94" fmla="*/ 84059339 w 1035"/>
              <a:gd name="T95" fmla="*/ 236091053 h 2379"/>
              <a:gd name="T96" fmla="*/ 84059339 w 1035"/>
              <a:gd name="T97" fmla="*/ 235573483 h 237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35" h="2379">
                <a:moveTo>
                  <a:pt x="522" y="0"/>
                </a:moveTo>
                <a:lnTo>
                  <a:pt x="498" y="27"/>
                </a:lnTo>
                <a:cubicBezTo>
                  <a:pt x="498" y="27"/>
                  <a:pt x="321" y="207"/>
                  <a:pt x="235" y="465"/>
                </a:cubicBezTo>
                <a:cubicBezTo>
                  <a:pt x="207" y="547"/>
                  <a:pt x="190" y="641"/>
                  <a:pt x="190" y="742"/>
                </a:cubicBezTo>
                <a:cubicBezTo>
                  <a:pt x="190" y="865"/>
                  <a:pt x="205" y="1053"/>
                  <a:pt x="221" y="1227"/>
                </a:cubicBezTo>
                <a:lnTo>
                  <a:pt x="0" y="1446"/>
                </a:lnTo>
                <a:lnTo>
                  <a:pt x="31" y="1782"/>
                </a:lnTo>
                <a:lnTo>
                  <a:pt x="262" y="1643"/>
                </a:lnTo>
                <a:cubicBezTo>
                  <a:pt x="262" y="1645"/>
                  <a:pt x="264" y="1661"/>
                  <a:pt x="264" y="1661"/>
                </a:cubicBezTo>
                <a:lnTo>
                  <a:pt x="264" y="1667"/>
                </a:lnTo>
                <a:lnTo>
                  <a:pt x="266" y="1674"/>
                </a:lnTo>
                <a:cubicBezTo>
                  <a:pt x="266" y="1674"/>
                  <a:pt x="272" y="1684"/>
                  <a:pt x="280" y="1692"/>
                </a:cubicBezTo>
                <a:cubicBezTo>
                  <a:pt x="285" y="1694"/>
                  <a:pt x="289" y="1698"/>
                  <a:pt x="293" y="1700"/>
                </a:cubicBezTo>
                <a:lnTo>
                  <a:pt x="328" y="1842"/>
                </a:lnTo>
                <a:cubicBezTo>
                  <a:pt x="328" y="1842"/>
                  <a:pt x="330" y="1848"/>
                  <a:pt x="332" y="1852"/>
                </a:cubicBezTo>
                <a:cubicBezTo>
                  <a:pt x="334" y="1856"/>
                  <a:pt x="338" y="1858"/>
                  <a:pt x="340" y="1862"/>
                </a:cubicBezTo>
                <a:cubicBezTo>
                  <a:pt x="348" y="1868"/>
                  <a:pt x="356" y="1874"/>
                  <a:pt x="371" y="1880"/>
                </a:cubicBezTo>
                <a:cubicBezTo>
                  <a:pt x="397" y="1891"/>
                  <a:pt x="440" y="1899"/>
                  <a:pt x="516" y="1899"/>
                </a:cubicBezTo>
                <a:cubicBezTo>
                  <a:pt x="592" y="1899"/>
                  <a:pt x="635" y="1893"/>
                  <a:pt x="661" y="1880"/>
                </a:cubicBezTo>
                <a:cubicBezTo>
                  <a:pt x="676" y="1874"/>
                  <a:pt x="684" y="1868"/>
                  <a:pt x="692" y="1862"/>
                </a:cubicBezTo>
                <a:cubicBezTo>
                  <a:pt x="696" y="1858"/>
                  <a:pt x="698" y="1856"/>
                  <a:pt x="700" y="1852"/>
                </a:cubicBezTo>
                <a:cubicBezTo>
                  <a:pt x="702" y="1848"/>
                  <a:pt x="704" y="1842"/>
                  <a:pt x="704" y="1842"/>
                </a:cubicBezTo>
                <a:lnTo>
                  <a:pt x="741" y="1700"/>
                </a:lnTo>
                <a:cubicBezTo>
                  <a:pt x="745" y="1698"/>
                  <a:pt x="749" y="1694"/>
                  <a:pt x="754" y="1692"/>
                </a:cubicBezTo>
                <a:cubicBezTo>
                  <a:pt x="762" y="1684"/>
                  <a:pt x="768" y="1674"/>
                  <a:pt x="768" y="1674"/>
                </a:cubicBezTo>
                <a:lnTo>
                  <a:pt x="770" y="1667"/>
                </a:lnTo>
                <a:lnTo>
                  <a:pt x="770" y="1661"/>
                </a:lnTo>
                <a:cubicBezTo>
                  <a:pt x="770" y="1661"/>
                  <a:pt x="772" y="1647"/>
                  <a:pt x="772" y="1643"/>
                </a:cubicBezTo>
                <a:lnTo>
                  <a:pt x="1001" y="1780"/>
                </a:lnTo>
                <a:lnTo>
                  <a:pt x="1034" y="1444"/>
                </a:lnTo>
                <a:lnTo>
                  <a:pt x="815" y="1225"/>
                </a:lnTo>
                <a:cubicBezTo>
                  <a:pt x="831" y="1049"/>
                  <a:pt x="846" y="860"/>
                  <a:pt x="846" y="740"/>
                </a:cubicBezTo>
                <a:cubicBezTo>
                  <a:pt x="846" y="639"/>
                  <a:pt x="827" y="547"/>
                  <a:pt x="799" y="465"/>
                </a:cubicBezTo>
                <a:cubicBezTo>
                  <a:pt x="713" y="209"/>
                  <a:pt x="536" y="27"/>
                  <a:pt x="536" y="27"/>
                </a:cubicBezTo>
                <a:lnTo>
                  <a:pt x="522" y="0"/>
                </a:lnTo>
                <a:close/>
                <a:moveTo>
                  <a:pt x="522" y="105"/>
                </a:moveTo>
                <a:cubicBezTo>
                  <a:pt x="557" y="144"/>
                  <a:pt x="674" y="281"/>
                  <a:pt x="743" y="488"/>
                </a:cubicBezTo>
                <a:cubicBezTo>
                  <a:pt x="770" y="566"/>
                  <a:pt x="786" y="649"/>
                  <a:pt x="786" y="742"/>
                </a:cubicBezTo>
                <a:cubicBezTo>
                  <a:pt x="786" y="860"/>
                  <a:pt x="772" y="1053"/>
                  <a:pt x="754" y="1229"/>
                </a:cubicBezTo>
                <a:cubicBezTo>
                  <a:pt x="754" y="1233"/>
                  <a:pt x="754" y="1235"/>
                  <a:pt x="754" y="1239"/>
                </a:cubicBezTo>
                <a:cubicBezTo>
                  <a:pt x="735" y="1446"/>
                  <a:pt x="713" y="1631"/>
                  <a:pt x="713" y="1643"/>
                </a:cubicBezTo>
                <a:cubicBezTo>
                  <a:pt x="708" y="1645"/>
                  <a:pt x="704" y="1649"/>
                  <a:pt x="694" y="1655"/>
                </a:cubicBezTo>
                <a:cubicBezTo>
                  <a:pt x="670" y="1665"/>
                  <a:pt x="618" y="1678"/>
                  <a:pt x="524" y="1678"/>
                </a:cubicBezTo>
                <a:cubicBezTo>
                  <a:pt x="430" y="1678"/>
                  <a:pt x="377" y="1665"/>
                  <a:pt x="352" y="1655"/>
                </a:cubicBezTo>
                <a:cubicBezTo>
                  <a:pt x="342" y="1651"/>
                  <a:pt x="336" y="1647"/>
                  <a:pt x="334" y="1643"/>
                </a:cubicBezTo>
                <a:cubicBezTo>
                  <a:pt x="332" y="1631"/>
                  <a:pt x="311" y="1450"/>
                  <a:pt x="293" y="1243"/>
                </a:cubicBezTo>
                <a:cubicBezTo>
                  <a:pt x="293" y="1239"/>
                  <a:pt x="293" y="1235"/>
                  <a:pt x="291" y="1229"/>
                </a:cubicBezTo>
                <a:cubicBezTo>
                  <a:pt x="274" y="1053"/>
                  <a:pt x="260" y="863"/>
                  <a:pt x="260" y="742"/>
                </a:cubicBezTo>
                <a:cubicBezTo>
                  <a:pt x="260" y="649"/>
                  <a:pt x="276" y="566"/>
                  <a:pt x="303" y="488"/>
                </a:cubicBezTo>
                <a:cubicBezTo>
                  <a:pt x="371" y="281"/>
                  <a:pt x="487" y="144"/>
                  <a:pt x="522" y="105"/>
                </a:cubicBezTo>
                <a:close/>
                <a:moveTo>
                  <a:pt x="401" y="609"/>
                </a:moveTo>
                <a:cubicBezTo>
                  <a:pt x="334" y="676"/>
                  <a:pt x="334" y="785"/>
                  <a:pt x="401" y="850"/>
                </a:cubicBezTo>
                <a:cubicBezTo>
                  <a:pt x="469" y="918"/>
                  <a:pt x="577" y="918"/>
                  <a:pt x="643" y="850"/>
                </a:cubicBezTo>
                <a:cubicBezTo>
                  <a:pt x="711" y="783"/>
                  <a:pt x="711" y="674"/>
                  <a:pt x="643" y="609"/>
                </a:cubicBezTo>
                <a:cubicBezTo>
                  <a:pt x="577" y="541"/>
                  <a:pt x="467" y="541"/>
                  <a:pt x="401" y="609"/>
                </a:cubicBezTo>
                <a:close/>
                <a:moveTo>
                  <a:pt x="448" y="658"/>
                </a:moveTo>
                <a:cubicBezTo>
                  <a:pt x="489" y="617"/>
                  <a:pt x="553" y="617"/>
                  <a:pt x="594" y="658"/>
                </a:cubicBezTo>
                <a:cubicBezTo>
                  <a:pt x="635" y="699"/>
                  <a:pt x="635" y="762"/>
                  <a:pt x="594" y="803"/>
                </a:cubicBezTo>
                <a:cubicBezTo>
                  <a:pt x="553" y="844"/>
                  <a:pt x="489" y="844"/>
                  <a:pt x="448" y="803"/>
                </a:cubicBezTo>
                <a:cubicBezTo>
                  <a:pt x="407" y="762"/>
                  <a:pt x="409" y="697"/>
                  <a:pt x="448" y="658"/>
                </a:cubicBezTo>
                <a:close/>
                <a:moveTo>
                  <a:pt x="72" y="1471"/>
                </a:moveTo>
                <a:lnTo>
                  <a:pt x="227" y="1315"/>
                </a:lnTo>
                <a:cubicBezTo>
                  <a:pt x="237" y="1418"/>
                  <a:pt x="248" y="1506"/>
                  <a:pt x="254" y="1569"/>
                </a:cubicBezTo>
                <a:lnTo>
                  <a:pt x="88" y="1667"/>
                </a:lnTo>
                <a:lnTo>
                  <a:pt x="72" y="1471"/>
                </a:lnTo>
                <a:close/>
                <a:moveTo>
                  <a:pt x="375" y="1731"/>
                </a:moveTo>
                <a:cubicBezTo>
                  <a:pt x="412" y="1739"/>
                  <a:pt x="457" y="1745"/>
                  <a:pt x="522" y="1745"/>
                </a:cubicBezTo>
                <a:cubicBezTo>
                  <a:pt x="588" y="1745"/>
                  <a:pt x="635" y="1739"/>
                  <a:pt x="670" y="1731"/>
                </a:cubicBezTo>
                <a:lnTo>
                  <a:pt x="649" y="1815"/>
                </a:lnTo>
                <a:cubicBezTo>
                  <a:pt x="649" y="1815"/>
                  <a:pt x="649" y="1815"/>
                  <a:pt x="643" y="1817"/>
                </a:cubicBezTo>
                <a:cubicBezTo>
                  <a:pt x="629" y="1823"/>
                  <a:pt x="594" y="1831"/>
                  <a:pt x="522" y="1831"/>
                </a:cubicBezTo>
                <a:cubicBezTo>
                  <a:pt x="450" y="1831"/>
                  <a:pt x="416" y="1823"/>
                  <a:pt x="401" y="1817"/>
                </a:cubicBezTo>
                <a:cubicBezTo>
                  <a:pt x="397" y="1815"/>
                  <a:pt x="397" y="1815"/>
                  <a:pt x="395" y="1815"/>
                </a:cubicBezTo>
                <a:lnTo>
                  <a:pt x="375" y="1731"/>
                </a:lnTo>
                <a:close/>
                <a:moveTo>
                  <a:pt x="817" y="1315"/>
                </a:moveTo>
                <a:lnTo>
                  <a:pt x="973" y="1471"/>
                </a:lnTo>
                <a:lnTo>
                  <a:pt x="954" y="1667"/>
                </a:lnTo>
                <a:lnTo>
                  <a:pt x="790" y="1569"/>
                </a:lnTo>
                <a:cubicBezTo>
                  <a:pt x="797" y="1506"/>
                  <a:pt x="807" y="1420"/>
                  <a:pt x="817" y="1315"/>
                </a:cubicBezTo>
                <a:close/>
                <a:moveTo>
                  <a:pt x="391" y="1938"/>
                </a:moveTo>
                <a:cubicBezTo>
                  <a:pt x="383" y="2007"/>
                  <a:pt x="350" y="2048"/>
                  <a:pt x="350" y="2112"/>
                </a:cubicBezTo>
                <a:cubicBezTo>
                  <a:pt x="350" y="2145"/>
                  <a:pt x="360" y="2179"/>
                  <a:pt x="383" y="2216"/>
                </a:cubicBezTo>
                <a:cubicBezTo>
                  <a:pt x="405" y="2255"/>
                  <a:pt x="442" y="2298"/>
                  <a:pt x="498" y="2354"/>
                </a:cubicBezTo>
                <a:lnTo>
                  <a:pt x="522" y="2378"/>
                </a:lnTo>
                <a:lnTo>
                  <a:pt x="547" y="2354"/>
                </a:lnTo>
                <a:cubicBezTo>
                  <a:pt x="657" y="2243"/>
                  <a:pt x="694" y="2170"/>
                  <a:pt x="694" y="2104"/>
                </a:cubicBezTo>
                <a:cubicBezTo>
                  <a:pt x="694" y="2039"/>
                  <a:pt x="661" y="1995"/>
                  <a:pt x="653" y="1938"/>
                </a:cubicBezTo>
                <a:lnTo>
                  <a:pt x="586" y="1948"/>
                </a:lnTo>
                <a:cubicBezTo>
                  <a:pt x="598" y="2022"/>
                  <a:pt x="625" y="2065"/>
                  <a:pt x="627" y="2106"/>
                </a:cubicBezTo>
                <a:cubicBezTo>
                  <a:pt x="627" y="2141"/>
                  <a:pt x="600" y="2194"/>
                  <a:pt x="524" y="2278"/>
                </a:cubicBezTo>
                <a:cubicBezTo>
                  <a:pt x="489" y="2241"/>
                  <a:pt x="459" y="2206"/>
                  <a:pt x="444" y="2181"/>
                </a:cubicBezTo>
                <a:cubicBezTo>
                  <a:pt x="426" y="2151"/>
                  <a:pt x="422" y="2132"/>
                  <a:pt x="422" y="2114"/>
                </a:cubicBezTo>
                <a:cubicBezTo>
                  <a:pt x="422" y="2077"/>
                  <a:pt x="450" y="2032"/>
                  <a:pt x="461" y="1948"/>
                </a:cubicBezTo>
                <a:lnTo>
                  <a:pt x="391" y="1938"/>
                </a:lnTo>
                <a:close/>
                <a:moveTo>
                  <a:pt x="647" y="1821"/>
                </a:moveTo>
                <a:lnTo>
                  <a:pt x="647" y="1825"/>
                </a:lnTo>
                <a:cubicBezTo>
                  <a:pt x="645" y="1823"/>
                  <a:pt x="647" y="1823"/>
                  <a:pt x="647" y="1821"/>
                </a:cubicBezTo>
                <a:close/>
              </a:path>
            </a:pathLst>
          </a:custGeom>
          <a:solidFill>
            <a:schemeClr val="accent2"/>
          </a:solidFill>
          <a:ln>
            <a:noFill/>
          </a:ln>
          <a:effectLst/>
        </p:spPr>
        <p:txBody>
          <a:bodyPr wrap="none" anchor="ctr"/>
          <a:lstStyle/>
          <a:p>
            <a:endParaRPr lang="en-US" dirty="0"/>
          </a:p>
        </p:txBody>
      </p:sp>
      <p:sp>
        <p:nvSpPr>
          <p:cNvPr id="78" name="Freeform 28"/>
          <p:cNvSpPr>
            <a:spLocks noChangeArrowheads="1"/>
          </p:cNvSpPr>
          <p:nvPr userDrawn="1"/>
        </p:nvSpPr>
        <p:spPr bwMode="auto">
          <a:xfrm rot="2700000">
            <a:off x="10940540" y="5564019"/>
            <a:ext cx="157806" cy="361948"/>
          </a:xfrm>
          <a:custGeom>
            <a:avLst/>
            <a:gdLst>
              <a:gd name="T0" fmla="*/ 64700846 w 1035"/>
              <a:gd name="T1" fmla="*/ 3492788 h 2379"/>
              <a:gd name="T2" fmla="*/ 24685170 w 1035"/>
              <a:gd name="T3" fmla="*/ 95988916 h 2379"/>
              <a:gd name="T4" fmla="*/ 0 w 1035"/>
              <a:gd name="T5" fmla="*/ 187061815 h 2379"/>
              <a:gd name="T6" fmla="*/ 34039474 w 1035"/>
              <a:gd name="T7" fmla="*/ 212546473 h 2379"/>
              <a:gd name="T8" fmla="*/ 34299356 w 1035"/>
              <a:gd name="T9" fmla="*/ 215651534 h 2379"/>
              <a:gd name="T10" fmla="*/ 36378051 w 1035"/>
              <a:gd name="T11" fmla="*/ 218885357 h 2379"/>
              <a:gd name="T12" fmla="*/ 42614133 w 1035"/>
              <a:gd name="T13" fmla="*/ 238290096 h 2379"/>
              <a:gd name="T14" fmla="*/ 44173424 w 1035"/>
              <a:gd name="T15" fmla="*/ 240877587 h 2379"/>
              <a:gd name="T16" fmla="*/ 67039422 w 1035"/>
              <a:gd name="T17" fmla="*/ 245664120 h 2379"/>
              <a:gd name="T18" fmla="*/ 89905779 w 1035"/>
              <a:gd name="T19" fmla="*/ 240877587 h 2379"/>
              <a:gd name="T20" fmla="*/ 91464710 w 1035"/>
              <a:gd name="T21" fmla="*/ 238290096 h 2379"/>
              <a:gd name="T22" fmla="*/ 97961035 w 1035"/>
              <a:gd name="T23" fmla="*/ 218885357 h 2379"/>
              <a:gd name="T24" fmla="*/ 100039729 w 1035"/>
              <a:gd name="T25" fmla="*/ 215651534 h 2379"/>
              <a:gd name="T26" fmla="*/ 100299611 w 1035"/>
              <a:gd name="T27" fmla="*/ 212546473 h 2379"/>
              <a:gd name="T28" fmla="*/ 134339086 w 1035"/>
              <a:gd name="T29" fmla="*/ 186802850 h 2379"/>
              <a:gd name="T30" fmla="*/ 109913797 w 1035"/>
              <a:gd name="T31" fmla="*/ 95729951 h 2379"/>
              <a:gd name="T32" fmla="*/ 69637880 w 1035"/>
              <a:gd name="T33" fmla="*/ 3492788 h 2379"/>
              <a:gd name="T34" fmla="*/ 67819067 w 1035"/>
              <a:gd name="T35" fmla="*/ 13583425 h 2379"/>
              <a:gd name="T36" fmla="*/ 102118423 w 1035"/>
              <a:gd name="T37" fmla="*/ 95988916 h 2379"/>
              <a:gd name="T38" fmla="*/ 97961035 w 1035"/>
              <a:gd name="T39" fmla="*/ 160283052 h 2379"/>
              <a:gd name="T40" fmla="*/ 90165661 w 1035"/>
              <a:gd name="T41" fmla="*/ 214098824 h 2379"/>
              <a:gd name="T42" fmla="*/ 45732355 w 1035"/>
              <a:gd name="T43" fmla="*/ 214098824 h 2379"/>
              <a:gd name="T44" fmla="*/ 38067102 w 1035"/>
              <a:gd name="T45" fmla="*/ 160800622 h 2379"/>
              <a:gd name="T46" fmla="*/ 33779593 w 1035"/>
              <a:gd name="T47" fmla="*/ 95988916 h 2379"/>
              <a:gd name="T48" fmla="*/ 67819067 w 1035"/>
              <a:gd name="T49" fmla="*/ 13583425 h 2379"/>
              <a:gd name="T50" fmla="*/ 52098559 w 1035"/>
              <a:gd name="T51" fmla="*/ 109960069 h 2379"/>
              <a:gd name="T52" fmla="*/ 83539575 w 1035"/>
              <a:gd name="T53" fmla="*/ 78783219 h 2379"/>
              <a:gd name="T54" fmla="*/ 58204881 w 1035"/>
              <a:gd name="T55" fmla="*/ 85122103 h 2379"/>
              <a:gd name="T56" fmla="*/ 77173372 w 1035"/>
              <a:gd name="T57" fmla="*/ 103880150 h 2379"/>
              <a:gd name="T58" fmla="*/ 58204881 w 1035"/>
              <a:gd name="T59" fmla="*/ 85122103 h 2379"/>
              <a:gd name="T60" fmla="*/ 29492083 w 1035"/>
              <a:gd name="T61" fmla="*/ 170115084 h 2379"/>
              <a:gd name="T62" fmla="*/ 11432999 w 1035"/>
              <a:gd name="T63" fmla="*/ 215651534 h 2379"/>
              <a:gd name="T64" fmla="*/ 48720455 w 1035"/>
              <a:gd name="T65" fmla="*/ 223930856 h 2379"/>
              <a:gd name="T66" fmla="*/ 87047440 w 1035"/>
              <a:gd name="T67" fmla="*/ 223930856 h 2379"/>
              <a:gd name="T68" fmla="*/ 83539575 w 1035"/>
              <a:gd name="T69" fmla="*/ 235056273 h 2379"/>
              <a:gd name="T70" fmla="*/ 52098559 w 1035"/>
              <a:gd name="T71" fmla="*/ 235056273 h 2379"/>
              <a:gd name="T72" fmla="*/ 48720455 w 1035"/>
              <a:gd name="T73" fmla="*/ 223930856 h 2379"/>
              <a:gd name="T74" fmla="*/ 126413591 w 1035"/>
              <a:gd name="T75" fmla="*/ 190295998 h 2379"/>
              <a:gd name="T76" fmla="*/ 102638187 w 1035"/>
              <a:gd name="T77" fmla="*/ 202973766 h 2379"/>
              <a:gd name="T78" fmla="*/ 50799510 w 1035"/>
              <a:gd name="T79" fmla="*/ 250709259 h 2379"/>
              <a:gd name="T80" fmla="*/ 49759983 w 1035"/>
              <a:gd name="T81" fmla="*/ 286672642 h 2379"/>
              <a:gd name="T82" fmla="*/ 67819067 w 1035"/>
              <a:gd name="T83" fmla="*/ 307629731 h 2379"/>
              <a:gd name="T84" fmla="*/ 90165661 w 1035"/>
              <a:gd name="T85" fmla="*/ 272183919 h 2379"/>
              <a:gd name="T86" fmla="*/ 76134205 w 1035"/>
              <a:gd name="T87" fmla="*/ 252003004 h 2379"/>
              <a:gd name="T88" fmla="*/ 68078949 w 1035"/>
              <a:gd name="T89" fmla="*/ 294693358 h 2379"/>
              <a:gd name="T90" fmla="*/ 54826777 w 1035"/>
              <a:gd name="T91" fmla="*/ 273477664 h 2379"/>
              <a:gd name="T92" fmla="*/ 50799510 w 1035"/>
              <a:gd name="T93" fmla="*/ 250709259 h 2379"/>
              <a:gd name="T94" fmla="*/ 84059339 w 1035"/>
              <a:gd name="T95" fmla="*/ 236091053 h 2379"/>
              <a:gd name="T96" fmla="*/ 84059339 w 1035"/>
              <a:gd name="T97" fmla="*/ 235573483 h 237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35" h="2379">
                <a:moveTo>
                  <a:pt x="522" y="0"/>
                </a:moveTo>
                <a:lnTo>
                  <a:pt x="498" y="27"/>
                </a:lnTo>
                <a:cubicBezTo>
                  <a:pt x="498" y="27"/>
                  <a:pt x="321" y="207"/>
                  <a:pt x="235" y="465"/>
                </a:cubicBezTo>
                <a:cubicBezTo>
                  <a:pt x="207" y="547"/>
                  <a:pt x="190" y="641"/>
                  <a:pt x="190" y="742"/>
                </a:cubicBezTo>
                <a:cubicBezTo>
                  <a:pt x="190" y="865"/>
                  <a:pt x="205" y="1053"/>
                  <a:pt x="221" y="1227"/>
                </a:cubicBezTo>
                <a:lnTo>
                  <a:pt x="0" y="1446"/>
                </a:lnTo>
                <a:lnTo>
                  <a:pt x="31" y="1782"/>
                </a:lnTo>
                <a:lnTo>
                  <a:pt x="262" y="1643"/>
                </a:lnTo>
                <a:cubicBezTo>
                  <a:pt x="262" y="1645"/>
                  <a:pt x="264" y="1661"/>
                  <a:pt x="264" y="1661"/>
                </a:cubicBezTo>
                <a:lnTo>
                  <a:pt x="264" y="1667"/>
                </a:lnTo>
                <a:lnTo>
                  <a:pt x="266" y="1674"/>
                </a:lnTo>
                <a:cubicBezTo>
                  <a:pt x="266" y="1674"/>
                  <a:pt x="272" y="1684"/>
                  <a:pt x="280" y="1692"/>
                </a:cubicBezTo>
                <a:cubicBezTo>
                  <a:pt x="285" y="1694"/>
                  <a:pt x="289" y="1698"/>
                  <a:pt x="293" y="1700"/>
                </a:cubicBezTo>
                <a:lnTo>
                  <a:pt x="328" y="1842"/>
                </a:lnTo>
                <a:cubicBezTo>
                  <a:pt x="328" y="1842"/>
                  <a:pt x="330" y="1848"/>
                  <a:pt x="332" y="1852"/>
                </a:cubicBezTo>
                <a:cubicBezTo>
                  <a:pt x="334" y="1856"/>
                  <a:pt x="338" y="1858"/>
                  <a:pt x="340" y="1862"/>
                </a:cubicBezTo>
                <a:cubicBezTo>
                  <a:pt x="348" y="1868"/>
                  <a:pt x="356" y="1874"/>
                  <a:pt x="371" y="1880"/>
                </a:cubicBezTo>
                <a:cubicBezTo>
                  <a:pt x="397" y="1891"/>
                  <a:pt x="440" y="1899"/>
                  <a:pt x="516" y="1899"/>
                </a:cubicBezTo>
                <a:cubicBezTo>
                  <a:pt x="592" y="1899"/>
                  <a:pt x="635" y="1893"/>
                  <a:pt x="661" y="1880"/>
                </a:cubicBezTo>
                <a:cubicBezTo>
                  <a:pt x="676" y="1874"/>
                  <a:pt x="684" y="1868"/>
                  <a:pt x="692" y="1862"/>
                </a:cubicBezTo>
                <a:cubicBezTo>
                  <a:pt x="696" y="1858"/>
                  <a:pt x="698" y="1856"/>
                  <a:pt x="700" y="1852"/>
                </a:cubicBezTo>
                <a:cubicBezTo>
                  <a:pt x="702" y="1848"/>
                  <a:pt x="704" y="1842"/>
                  <a:pt x="704" y="1842"/>
                </a:cubicBezTo>
                <a:lnTo>
                  <a:pt x="741" y="1700"/>
                </a:lnTo>
                <a:cubicBezTo>
                  <a:pt x="745" y="1698"/>
                  <a:pt x="749" y="1694"/>
                  <a:pt x="754" y="1692"/>
                </a:cubicBezTo>
                <a:cubicBezTo>
                  <a:pt x="762" y="1684"/>
                  <a:pt x="768" y="1674"/>
                  <a:pt x="768" y="1674"/>
                </a:cubicBezTo>
                <a:lnTo>
                  <a:pt x="770" y="1667"/>
                </a:lnTo>
                <a:lnTo>
                  <a:pt x="770" y="1661"/>
                </a:lnTo>
                <a:cubicBezTo>
                  <a:pt x="770" y="1661"/>
                  <a:pt x="772" y="1647"/>
                  <a:pt x="772" y="1643"/>
                </a:cubicBezTo>
                <a:lnTo>
                  <a:pt x="1001" y="1780"/>
                </a:lnTo>
                <a:lnTo>
                  <a:pt x="1034" y="1444"/>
                </a:lnTo>
                <a:lnTo>
                  <a:pt x="815" y="1225"/>
                </a:lnTo>
                <a:cubicBezTo>
                  <a:pt x="831" y="1049"/>
                  <a:pt x="846" y="860"/>
                  <a:pt x="846" y="740"/>
                </a:cubicBezTo>
                <a:cubicBezTo>
                  <a:pt x="846" y="639"/>
                  <a:pt x="827" y="547"/>
                  <a:pt x="799" y="465"/>
                </a:cubicBezTo>
                <a:cubicBezTo>
                  <a:pt x="713" y="209"/>
                  <a:pt x="536" y="27"/>
                  <a:pt x="536" y="27"/>
                </a:cubicBezTo>
                <a:lnTo>
                  <a:pt x="522" y="0"/>
                </a:lnTo>
                <a:close/>
                <a:moveTo>
                  <a:pt x="522" y="105"/>
                </a:moveTo>
                <a:cubicBezTo>
                  <a:pt x="557" y="144"/>
                  <a:pt x="674" y="281"/>
                  <a:pt x="743" y="488"/>
                </a:cubicBezTo>
                <a:cubicBezTo>
                  <a:pt x="770" y="566"/>
                  <a:pt x="786" y="649"/>
                  <a:pt x="786" y="742"/>
                </a:cubicBezTo>
                <a:cubicBezTo>
                  <a:pt x="786" y="860"/>
                  <a:pt x="772" y="1053"/>
                  <a:pt x="754" y="1229"/>
                </a:cubicBezTo>
                <a:cubicBezTo>
                  <a:pt x="754" y="1233"/>
                  <a:pt x="754" y="1235"/>
                  <a:pt x="754" y="1239"/>
                </a:cubicBezTo>
                <a:cubicBezTo>
                  <a:pt x="735" y="1446"/>
                  <a:pt x="713" y="1631"/>
                  <a:pt x="713" y="1643"/>
                </a:cubicBezTo>
                <a:cubicBezTo>
                  <a:pt x="708" y="1645"/>
                  <a:pt x="704" y="1649"/>
                  <a:pt x="694" y="1655"/>
                </a:cubicBezTo>
                <a:cubicBezTo>
                  <a:pt x="670" y="1665"/>
                  <a:pt x="618" y="1678"/>
                  <a:pt x="524" y="1678"/>
                </a:cubicBezTo>
                <a:cubicBezTo>
                  <a:pt x="430" y="1678"/>
                  <a:pt x="377" y="1665"/>
                  <a:pt x="352" y="1655"/>
                </a:cubicBezTo>
                <a:cubicBezTo>
                  <a:pt x="342" y="1651"/>
                  <a:pt x="336" y="1647"/>
                  <a:pt x="334" y="1643"/>
                </a:cubicBezTo>
                <a:cubicBezTo>
                  <a:pt x="332" y="1631"/>
                  <a:pt x="311" y="1450"/>
                  <a:pt x="293" y="1243"/>
                </a:cubicBezTo>
                <a:cubicBezTo>
                  <a:pt x="293" y="1239"/>
                  <a:pt x="293" y="1235"/>
                  <a:pt x="291" y="1229"/>
                </a:cubicBezTo>
                <a:cubicBezTo>
                  <a:pt x="274" y="1053"/>
                  <a:pt x="260" y="863"/>
                  <a:pt x="260" y="742"/>
                </a:cubicBezTo>
                <a:cubicBezTo>
                  <a:pt x="260" y="649"/>
                  <a:pt x="276" y="566"/>
                  <a:pt x="303" y="488"/>
                </a:cubicBezTo>
                <a:cubicBezTo>
                  <a:pt x="371" y="281"/>
                  <a:pt x="487" y="144"/>
                  <a:pt x="522" y="105"/>
                </a:cubicBezTo>
                <a:close/>
                <a:moveTo>
                  <a:pt x="401" y="609"/>
                </a:moveTo>
                <a:cubicBezTo>
                  <a:pt x="334" y="676"/>
                  <a:pt x="334" y="785"/>
                  <a:pt x="401" y="850"/>
                </a:cubicBezTo>
                <a:cubicBezTo>
                  <a:pt x="469" y="918"/>
                  <a:pt x="577" y="918"/>
                  <a:pt x="643" y="850"/>
                </a:cubicBezTo>
                <a:cubicBezTo>
                  <a:pt x="711" y="783"/>
                  <a:pt x="711" y="674"/>
                  <a:pt x="643" y="609"/>
                </a:cubicBezTo>
                <a:cubicBezTo>
                  <a:pt x="577" y="541"/>
                  <a:pt x="467" y="541"/>
                  <a:pt x="401" y="609"/>
                </a:cubicBezTo>
                <a:close/>
                <a:moveTo>
                  <a:pt x="448" y="658"/>
                </a:moveTo>
                <a:cubicBezTo>
                  <a:pt x="489" y="617"/>
                  <a:pt x="553" y="617"/>
                  <a:pt x="594" y="658"/>
                </a:cubicBezTo>
                <a:cubicBezTo>
                  <a:pt x="635" y="699"/>
                  <a:pt x="635" y="762"/>
                  <a:pt x="594" y="803"/>
                </a:cubicBezTo>
                <a:cubicBezTo>
                  <a:pt x="553" y="844"/>
                  <a:pt x="489" y="844"/>
                  <a:pt x="448" y="803"/>
                </a:cubicBezTo>
                <a:cubicBezTo>
                  <a:pt x="407" y="762"/>
                  <a:pt x="409" y="697"/>
                  <a:pt x="448" y="658"/>
                </a:cubicBezTo>
                <a:close/>
                <a:moveTo>
                  <a:pt x="72" y="1471"/>
                </a:moveTo>
                <a:lnTo>
                  <a:pt x="227" y="1315"/>
                </a:lnTo>
                <a:cubicBezTo>
                  <a:pt x="237" y="1418"/>
                  <a:pt x="248" y="1506"/>
                  <a:pt x="254" y="1569"/>
                </a:cubicBezTo>
                <a:lnTo>
                  <a:pt x="88" y="1667"/>
                </a:lnTo>
                <a:lnTo>
                  <a:pt x="72" y="1471"/>
                </a:lnTo>
                <a:close/>
                <a:moveTo>
                  <a:pt x="375" y="1731"/>
                </a:moveTo>
                <a:cubicBezTo>
                  <a:pt x="412" y="1739"/>
                  <a:pt x="457" y="1745"/>
                  <a:pt x="522" y="1745"/>
                </a:cubicBezTo>
                <a:cubicBezTo>
                  <a:pt x="588" y="1745"/>
                  <a:pt x="635" y="1739"/>
                  <a:pt x="670" y="1731"/>
                </a:cubicBezTo>
                <a:lnTo>
                  <a:pt x="649" y="1815"/>
                </a:lnTo>
                <a:cubicBezTo>
                  <a:pt x="649" y="1815"/>
                  <a:pt x="649" y="1815"/>
                  <a:pt x="643" y="1817"/>
                </a:cubicBezTo>
                <a:cubicBezTo>
                  <a:pt x="629" y="1823"/>
                  <a:pt x="594" y="1831"/>
                  <a:pt x="522" y="1831"/>
                </a:cubicBezTo>
                <a:cubicBezTo>
                  <a:pt x="450" y="1831"/>
                  <a:pt x="416" y="1823"/>
                  <a:pt x="401" y="1817"/>
                </a:cubicBezTo>
                <a:cubicBezTo>
                  <a:pt x="397" y="1815"/>
                  <a:pt x="397" y="1815"/>
                  <a:pt x="395" y="1815"/>
                </a:cubicBezTo>
                <a:lnTo>
                  <a:pt x="375" y="1731"/>
                </a:lnTo>
                <a:close/>
                <a:moveTo>
                  <a:pt x="817" y="1315"/>
                </a:moveTo>
                <a:lnTo>
                  <a:pt x="973" y="1471"/>
                </a:lnTo>
                <a:lnTo>
                  <a:pt x="954" y="1667"/>
                </a:lnTo>
                <a:lnTo>
                  <a:pt x="790" y="1569"/>
                </a:lnTo>
                <a:cubicBezTo>
                  <a:pt x="797" y="1506"/>
                  <a:pt x="807" y="1420"/>
                  <a:pt x="817" y="1315"/>
                </a:cubicBezTo>
                <a:close/>
                <a:moveTo>
                  <a:pt x="391" y="1938"/>
                </a:moveTo>
                <a:cubicBezTo>
                  <a:pt x="383" y="2007"/>
                  <a:pt x="350" y="2048"/>
                  <a:pt x="350" y="2112"/>
                </a:cubicBezTo>
                <a:cubicBezTo>
                  <a:pt x="350" y="2145"/>
                  <a:pt x="360" y="2179"/>
                  <a:pt x="383" y="2216"/>
                </a:cubicBezTo>
                <a:cubicBezTo>
                  <a:pt x="405" y="2255"/>
                  <a:pt x="442" y="2298"/>
                  <a:pt x="498" y="2354"/>
                </a:cubicBezTo>
                <a:lnTo>
                  <a:pt x="522" y="2378"/>
                </a:lnTo>
                <a:lnTo>
                  <a:pt x="547" y="2354"/>
                </a:lnTo>
                <a:cubicBezTo>
                  <a:pt x="657" y="2243"/>
                  <a:pt x="694" y="2170"/>
                  <a:pt x="694" y="2104"/>
                </a:cubicBezTo>
                <a:cubicBezTo>
                  <a:pt x="694" y="2039"/>
                  <a:pt x="661" y="1995"/>
                  <a:pt x="653" y="1938"/>
                </a:cubicBezTo>
                <a:lnTo>
                  <a:pt x="586" y="1948"/>
                </a:lnTo>
                <a:cubicBezTo>
                  <a:pt x="598" y="2022"/>
                  <a:pt x="625" y="2065"/>
                  <a:pt x="627" y="2106"/>
                </a:cubicBezTo>
                <a:cubicBezTo>
                  <a:pt x="627" y="2141"/>
                  <a:pt x="600" y="2194"/>
                  <a:pt x="524" y="2278"/>
                </a:cubicBezTo>
                <a:cubicBezTo>
                  <a:pt x="489" y="2241"/>
                  <a:pt x="459" y="2206"/>
                  <a:pt x="444" y="2181"/>
                </a:cubicBezTo>
                <a:cubicBezTo>
                  <a:pt x="426" y="2151"/>
                  <a:pt x="422" y="2132"/>
                  <a:pt x="422" y="2114"/>
                </a:cubicBezTo>
                <a:cubicBezTo>
                  <a:pt x="422" y="2077"/>
                  <a:pt x="450" y="2032"/>
                  <a:pt x="461" y="1948"/>
                </a:cubicBezTo>
                <a:lnTo>
                  <a:pt x="391" y="1938"/>
                </a:lnTo>
                <a:close/>
                <a:moveTo>
                  <a:pt x="647" y="1821"/>
                </a:moveTo>
                <a:lnTo>
                  <a:pt x="647" y="1825"/>
                </a:lnTo>
                <a:cubicBezTo>
                  <a:pt x="645" y="1823"/>
                  <a:pt x="647" y="1823"/>
                  <a:pt x="647" y="1821"/>
                </a:cubicBezTo>
                <a:close/>
              </a:path>
            </a:pathLst>
          </a:custGeom>
          <a:solidFill>
            <a:schemeClr val="accent2"/>
          </a:solidFill>
          <a:ln>
            <a:noFill/>
          </a:ln>
          <a:effectLst/>
        </p:spPr>
        <p:txBody>
          <a:bodyPr wrap="none" anchor="ctr"/>
          <a:lstStyle/>
          <a:p>
            <a:endParaRPr lang="en-US" dirty="0"/>
          </a:p>
        </p:txBody>
      </p:sp>
      <p:sp>
        <p:nvSpPr>
          <p:cNvPr id="64" name="Oval 63"/>
          <p:cNvSpPr/>
          <p:nvPr userDrawn="1"/>
        </p:nvSpPr>
        <p:spPr>
          <a:xfrm>
            <a:off x="945581" y="2253819"/>
            <a:ext cx="453950" cy="45395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0" name="Freeform 28"/>
          <p:cNvSpPr>
            <a:spLocks noChangeArrowheads="1"/>
          </p:cNvSpPr>
          <p:nvPr userDrawn="1"/>
        </p:nvSpPr>
        <p:spPr bwMode="auto">
          <a:xfrm rot="2700000">
            <a:off x="1093652" y="2299820"/>
            <a:ext cx="157806" cy="361948"/>
          </a:xfrm>
          <a:custGeom>
            <a:avLst/>
            <a:gdLst>
              <a:gd name="T0" fmla="*/ 64700846 w 1035"/>
              <a:gd name="T1" fmla="*/ 3492788 h 2379"/>
              <a:gd name="T2" fmla="*/ 24685170 w 1035"/>
              <a:gd name="T3" fmla="*/ 95988916 h 2379"/>
              <a:gd name="T4" fmla="*/ 0 w 1035"/>
              <a:gd name="T5" fmla="*/ 187061815 h 2379"/>
              <a:gd name="T6" fmla="*/ 34039474 w 1035"/>
              <a:gd name="T7" fmla="*/ 212546473 h 2379"/>
              <a:gd name="T8" fmla="*/ 34299356 w 1035"/>
              <a:gd name="T9" fmla="*/ 215651534 h 2379"/>
              <a:gd name="T10" fmla="*/ 36378051 w 1035"/>
              <a:gd name="T11" fmla="*/ 218885357 h 2379"/>
              <a:gd name="T12" fmla="*/ 42614133 w 1035"/>
              <a:gd name="T13" fmla="*/ 238290096 h 2379"/>
              <a:gd name="T14" fmla="*/ 44173424 w 1035"/>
              <a:gd name="T15" fmla="*/ 240877587 h 2379"/>
              <a:gd name="T16" fmla="*/ 67039422 w 1035"/>
              <a:gd name="T17" fmla="*/ 245664120 h 2379"/>
              <a:gd name="T18" fmla="*/ 89905779 w 1035"/>
              <a:gd name="T19" fmla="*/ 240877587 h 2379"/>
              <a:gd name="T20" fmla="*/ 91464710 w 1035"/>
              <a:gd name="T21" fmla="*/ 238290096 h 2379"/>
              <a:gd name="T22" fmla="*/ 97961035 w 1035"/>
              <a:gd name="T23" fmla="*/ 218885357 h 2379"/>
              <a:gd name="T24" fmla="*/ 100039729 w 1035"/>
              <a:gd name="T25" fmla="*/ 215651534 h 2379"/>
              <a:gd name="T26" fmla="*/ 100299611 w 1035"/>
              <a:gd name="T27" fmla="*/ 212546473 h 2379"/>
              <a:gd name="T28" fmla="*/ 134339086 w 1035"/>
              <a:gd name="T29" fmla="*/ 186802850 h 2379"/>
              <a:gd name="T30" fmla="*/ 109913797 w 1035"/>
              <a:gd name="T31" fmla="*/ 95729951 h 2379"/>
              <a:gd name="T32" fmla="*/ 69637880 w 1035"/>
              <a:gd name="T33" fmla="*/ 3492788 h 2379"/>
              <a:gd name="T34" fmla="*/ 67819067 w 1035"/>
              <a:gd name="T35" fmla="*/ 13583425 h 2379"/>
              <a:gd name="T36" fmla="*/ 102118423 w 1035"/>
              <a:gd name="T37" fmla="*/ 95988916 h 2379"/>
              <a:gd name="T38" fmla="*/ 97961035 w 1035"/>
              <a:gd name="T39" fmla="*/ 160283052 h 2379"/>
              <a:gd name="T40" fmla="*/ 90165661 w 1035"/>
              <a:gd name="T41" fmla="*/ 214098824 h 2379"/>
              <a:gd name="T42" fmla="*/ 45732355 w 1035"/>
              <a:gd name="T43" fmla="*/ 214098824 h 2379"/>
              <a:gd name="T44" fmla="*/ 38067102 w 1035"/>
              <a:gd name="T45" fmla="*/ 160800622 h 2379"/>
              <a:gd name="T46" fmla="*/ 33779593 w 1035"/>
              <a:gd name="T47" fmla="*/ 95988916 h 2379"/>
              <a:gd name="T48" fmla="*/ 67819067 w 1035"/>
              <a:gd name="T49" fmla="*/ 13583425 h 2379"/>
              <a:gd name="T50" fmla="*/ 52098559 w 1035"/>
              <a:gd name="T51" fmla="*/ 109960069 h 2379"/>
              <a:gd name="T52" fmla="*/ 83539575 w 1035"/>
              <a:gd name="T53" fmla="*/ 78783219 h 2379"/>
              <a:gd name="T54" fmla="*/ 58204881 w 1035"/>
              <a:gd name="T55" fmla="*/ 85122103 h 2379"/>
              <a:gd name="T56" fmla="*/ 77173372 w 1035"/>
              <a:gd name="T57" fmla="*/ 103880150 h 2379"/>
              <a:gd name="T58" fmla="*/ 58204881 w 1035"/>
              <a:gd name="T59" fmla="*/ 85122103 h 2379"/>
              <a:gd name="T60" fmla="*/ 29492083 w 1035"/>
              <a:gd name="T61" fmla="*/ 170115084 h 2379"/>
              <a:gd name="T62" fmla="*/ 11432999 w 1035"/>
              <a:gd name="T63" fmla="*/ 215651534 h 2379"/>
              <a:gd name="T64" fmla="*/ 48720455 w 1035"/>
              <a:gd name="T65" fmla="*/ 223930856 h 2379"/>
              <a:gd name="T66" fmla="*/ 87047440 w 1035"/>
              <a:gd name="T67" fmla="*/ 223930856 h 2379"/>
              <a:gd name="T68" fmla="*/ 83539575 w 1035"/>
              <a:gd name="T69" fmla="*/ 235056273 h 2379"/>
              <a:gd name="T70" fmla="*/ 52098559 w 1035"/>
              <a:gd name="T71" fmla="*/ 235056273 h 2379"/>
              <a:gd name="T72" fmla="*/ 48720455 w 1035"/>
              <a:gd name="T73" fmla="*/ 223930856 h 2379"/>
              <a:gd name="T74" fmla="*/ 126413591 w 1035"/>
              <a:gd name="T75" fmla="*/ 190295998 h 2379"/>
              <a:gd name="T76" fmla="*/ 102638187 w 1035"/>
              <a:gd name="T77" fmla="*/ 202973766 h 2379"/>
              <a:gd name="T78" fmla="*/ 50799510 w 1035"/>
              <a:gd name="T79" fmla="*/ 250709259 h 2379"/>
              <a:gd name="T80" fmla="*/ 49759983 w 1035"/>
              <a:gd name="T81" fmla="*/ 286672642 h 2379"/>
              <a:gd name="T82" fmla="*/ 67819067 w 1035"/>
              <a:gd name="T83" fmla="*/ 307629731 h 2379"/>
              <a:gd name="T84" fmla="*/ 90165661 w 1035"/>
              <a:gd name="T85" fmla="*/ 272183919 h 2379"/>
              <a:gd name="T86" fmla="*/ 76134205 w 1035"/>
              <a:gd name="T87" fmla="*/ 252003004 h 2379"/>
              <a:gd name="T88" fmla="*/ 68078949 w 1035"/>
              <a:gd name="T89" fmla="*/ 294693358 h 2379"/>
              <a:gd name="T90" fmla="*/ 54826777 w 1035"/>
              <a:gd name="T91" fmla="*/ 273477664 h 2379"/>
              <a:gd name="T92" fmla="*/ 50799510 w 1035"/>
              <a:gd name="T93" fmla="*/ 250709259 h 2379"/>
              <a:gd name="T94" fmla="*/ 84059339 w 1035"/>
              <a:gd name="T95" fmla="*/ 236091053 h 2379"/>
              <a:gd name="T96" fmla="*/ 84059339 w 1035"/>
              <a:gd name="T97" fmla="*/ 235573483 h 2379"/>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1035" h="2379">
                <a:moveTo>
                  <a:pt x="522" y="0"/>
                </a:moveTo>
                <a:lnTo>
                  <a:pt x="498" y="27"/>
                </a:lnTo>
                <a:cubicBezTo>
                  <a:pt x="498" y="27"/>
                  <a:pt x="321" y="207"/>
                  <a:pt x="235" y="465"/>
                </a:cubicBezTo>
                <a:cubicBezTo>
                  <a:pt x="207" y="547"/>
                  <a:pt x="190" y="641"/>
                  <a:pt x="190" y="742"/>
                </a:cubicBezTo>
                <a:cubicBezTo>
                  <a:pt x="190" y="865"/>
                  <a:pt x="205" y="1053"/>
                  <a:pt x="221" y="1227"/>
                </a:cubicBezTo>
                <a:lnTo>
                  <a:pt x="0" y="1446"/>
                </a:lnTo>
                <a:lnTo>
                  <a:pt x="31" y="1782"/>
                </a:lnTo>
                <a:lnTo>
                  <a:pt x="262" y="1643"/>
                </a:lnTo>
                <a:cubicBezTo>
                  <a:pt x="262" y="1645"/>
                  <a:pt x="264" y="1661"/>
                  <a:pt x="264" y="1661"/>
                </a:cubicBezTo>
                <a:lnTo>
                  <a:pt x="264" y="1667"/>
                </a:lnTo>
                <a:lnTo>
                  <a:pt x="266" y="1674"/>
                </a:lnTo>
                <a:cubicBezTo>
                  <a:pt x="266" y="1674"/>
                  <a:pt x="272" y="1684"/>
                  <a:pt x="280" y="1692"/>
                </a:cubicBezTo>
                <a:cubicBezTo>
                  <a:pt x="285" y="1694"/>
                  <a:pt x="289" y="1698"/>
                  <a:pt x="293" y="1700"/>
                </a:cubicBezTo>
                <a:lnTo>
                  <a:pt x="328" y="1842"/>
                </a:lnTo>
                <a:cubicBezTo>
                  <a:pt x="328" y="1842"/>
                  <a:pt x="330" y="1848"/>
                  <a:pt x="332" y="1852"/>
                </a:cubicBezTo>
                <a:cubicBezTo>
                  <a:pt x="334" y="1856"/>
                  <a:pt x="338" y="1858"/>
                  <a:pt x="340" y="1862"/>
                </a:cubicBezTo>
                <a:cubicBezTo>
                  <a:pt x="348" y="1868"/>
                  <a:pt x="356" y="1874"/>
                  <a:pt x="371" y="1880"/>
                </a:cubicBezTo>
                <a:cubicBezTo>
                  <a:pt x="397" y="1891"/>
                  <a:pt x="440" y="1899"/>
                  <a:pt x="516" y="1899"/>
                </a:cubicBezTo>
                <a:cubicBezTo>
                  <a:pt x="592" y="1899"/>
                  <a:pt x="635" y="1893"/>
                  <a:pt x="661" y="1880"/>
                </a:cubicBezTo>
                <a:cubicBezTo>
                  <a:pt x="676" y="1874"/>
                  <a:pt x="684" y="1868"/>
                  <a:pt x="692" y="1862"/>
                </a:cubicBezTo>
                <a:cubicBezTo>
                  <a:pt x="696" y="1858"/>
                  <a:pt x="698" y="1856"/>
                  <a:pt x="700" y="1852"/>
                </a:cubicBezTo>
                <a:cubicBezTo>
                  <a:pt x="702" y="1848"/>
                  <a:pt x="704" y="1842"/>
                  <a:pt x="704" y="1842"/>
                </a:cubicBezTo>
                <a:lnTo>
                  <a:pt x="741" y="1700"/>
                </a:lnTo>
                <a:cubicBezTo>
                  <a:pt x="745" y="1698"/>
                  <a:pt x="749" y="1694"/>
                  <a:pt x="754" y="1692"/>
                </a:cubicBezTo>
                <a:cubicBezTo>
                  <a:pt x="762" y="1684"/>
                  <a:pt x="768" y="1674"/>
                  <a:pt x="768" y="1674"/>
                </a:cubicBezTo>
                <a:lnTo>
                  <a:pt x="770" y="1667"/>
                </a:lnTo>
                <a:lnTo>
                  <a:pt x="770" y="1661"/>
                </a:lnTo>
                <a:cubicBezTo>
                  <a:pt x="770" y="1661"/>
                  <a:pt x="772" y="1647"/>
                  <a:pt x="772" y="1643"/>
                </a:cubicBezTo>
                <a:lnTo>
                  <a:pt x="1001" y="1780"/>
                </a:lnTo>
                <a:lnTo>
                  <a:pt x="1034" y="1444"/>
                </a:lnTo>
                <a:lnTo>
                  <a:pt x="815" y="1225"/>
                </a:lnTo>
                <a:cubicBezTo>
                  <a:pt x="831" y="1049"/>
                  <a:pt x="846" y="860"/>
                  <a:pt x="846" y="740"/>
                </a:cubicBezTo>
                <a:cubicBezTo>
                  <a:pt x="846" y="639"/>
                  <a:pt x="827" y="547"/>
                  <a:pt x="799" y="465"/>
                </a:cubicBezTo>
                <a:cubicBezTo>
                  <a:pt x="713" y="209"/>
                  <a:pt x="536" y="27"/>
                  <a:pt x="536" y="27"/>
                </a:cubicBezTo>
                <a:lnTo>
                  <a:pt x="522" y="0"/>
                </a:lnTo>
                <a:close/>
                <a:moveTo>
                  <a:pt x="522" y="105"/>
                </a:moveTo>
                <a:cubicBezTo>
                  <a:pt x="557" y="144"/>
                  <a:pt x="674" y="281"/>
                  <a:pt x="743" y="488"/>
                </a:cubicBezTo>
                <a:cubicBezTo>
                  <a:pt x="770" y="566"/>
                  <a:pt x="786" y="649"/>
                  <a:pt x="786" y="742"/>
                </a:cubicBezTo>
                <a:cubicBezTo>
                  <a:pt x="786" y="860"/>
                  <a:pt x="772" y="1053"/>
                  <a:pt x="754" y="1229"/>
                </a:cubicBezTo>
                <a:cubicBezTo>
                  <a:pt x="754" y="1233"/>
                  <a:pt x="754" y="1235"/>
                  <a:pt x="754" y="1239"/>
                </a:cubicBezTo>
                <a:cubicBezTo>
                  <a:pt x="735" y="1446"/>
                  <a:pt x="713" y="1631"/>
                  <a:pt x="713" y="1643"/>
                </a:cubicBezTo>
                <a:cubicBezTo>
                  <a:pt x="708" y="1645"/>
                  <a:pt x="704" y="1649"/>
                  <a:pt x="694" y="1655"/>
                </a:cubicBezTo>
                <a:cubicBezTo>
                  <a:pt x="670" y="1665"/>
                  <a:pt x="618" y="1678"/>
                  <a:pt x="524" y="1678"/>
                </a:cubicBezTo>
                <a:cubicBezTo>
                  <a:pt x="430" y="1678"/>
                  <a:pt x="377" y="1665"/>
                  <a:pt x="352" y="1655"/>
                </a:cubicBezTo>
                <a:cubicBezTo>
                  <a:pt x="342" y="1651"/>
                  <a:pt x="336" y="1647"/>
                  <a:pt x="334" y="1643"/>
                </a:cubicBezTo>
                <a:cubicBezTo>
                  <a:pt x="332" y="1631"/>
                  <a:pt x="311" y="1450"/>
                  <a:pt x="293" y="1243"/>
                </a:cubicBezTo>
                <a:cubicBezTo>
                  <a:pt x="293" y="1239"/>
                  <a:pt x="293" y="1235"/>
                  <a:pt x="291" y="1229"/>
                </a:cubicBezTo>
                <a:cubicBezTo>
                  <a:pt x="274" y="1053"/>
                  <a:pt x="260" y="863"/>
                  <a:pt x="260" y="742"/>
                </a:cubicBezTo>
                <a:cubicBezTo>
                  <a:pt x="260" y="649"/>
                  <a:pt x="276" y="566"/>
                  <a:pt x="303" y="488"/>
                </a:cubicBezTo>
                <a:cubicBezTo>
                  <a:pt x="371" y="281"/>
                  <a:pt x="487" y="144"/>
                  <a:pt x="522" y="105"/>
                </a:cubicBezTo>
                <a:close/>
                <a:moveTo>
                  <a:pt x="401" y="609"/>
                </a:moveTo>
                <a:cubicBezTo>
                  <a:pt x="334" y="676"/>
                  <a:pt x="334" y="785"/>
                  <a:pt x="401" y="850"/>
                </a:cubicBezTo>
                <a:cubicBezTo>
                  <a:pt x="469" y="918"/>
                  <a:pt x="577" y="918"/>
                  <a:pt x="643" y="850"/>
                </a:cubicBezTo>
                <a:cubicBezTo>
                  <a:pt x="711" y="783"/>
                  <a:pt x="711" y="674"/>
                  <a:pt x="643" y="609"/>
                </a:cubicBezTo>
                <a:cubicBezTo>
                  <a:pt x="577" y="541"/>
                  <a:pt x="467" y="541"/>
                  <a:pt x="401" y="609"/>
                </a:cubicBezTo>
                <a:close/>
                <a:moveTo>
                  <a:pt x="448" y="658"/>
                </a:moveTo>
                <a:cubicBezTo>
                  <a:pt x="489" y="617"/>
                  <a:pt x="553" y="617"/>
                  <a:pt x="594" y="658"/>
                </a:cubicBezTo>
                <a:cubicBezTo>
                  <a:pt x="635" y="699"/>
                  <a:pt x="635" y="762"/>
                  <a:pt x="594" y="803"/>
                </a:cubicBezTo>
                <a:cubicBezTo>
                  <a:pt x="553" y="844"/>
                  <a:pt x="489" y="844"/>
                  <a:pt x="448" y="803"/>
                </a:cubicBezTo>
                <a:cubicBezTo>
                  <a:pt x="407" y="762"/>
                  <a:pt x="409" y="697"/>
                  <a:pt x="448" y="658"/>
                </a:cubicBezTo>
                <a:close/>
                <a:moveTo>
                  <a:pt x="72" y="1471"/>
                </a:moveTo>
                <a:lnTo>
                  <a:pt x="227" y="1315"/>
                </a:lnTo>
                <a:cubicBezTo>
                  <a:pt x="237" y="1418"/>
                  <a:pt x="248" y="1506"/>
                  <a:pt x="254" y="1569"/>
                </a:cubicBezTo>
                <a:lnTo>
                  <a:pt x="88" y="1667"/>
                </a:lnTo>
                <a:lnTo>
                  <a:pt x="72" y="1471"/>
                </a:lnTo>
                <a:close/>
                <a:moveTo>
                  <a:pt x="375" y="1731"/>
                </a:moveTo>
                <a:cubicBezTo>
                  <a:pt x="412" y="1739"/>
                  <a:pt x="457" y="1745"/>
                  <a:pt x="522" y="1745"/>
                </a:cubicBezTo>
                <a:cubicBezTo>
                  <a:pt x="588" y="1745"/>
                  <a:pt x="635" y="1739"/>
                  <a:pt x="670" y="1731"/>
                </a:cubicBezTo>
                <a:lnTo>
                  <a:pt x="649" y="1815"/>
                </a:lnTo>
                <a:cubicBezTo>
                  <a:pt x="649" y="1815"/>
                  <a:pt x="649" y="1815"/>
                  <a:pt x="643" y="1817"/>
                </a:cubicBezTo>
                <a:cubicBezTo>
                  <a:pt x="629" y="1823"/>
                  <a:pt x="594" y="1831"/>
                  <a:pt x="522" y="1831"/>
                </a:cubicBezTo>
                <a:cubicBezTo>
                  <a:pt x="450" y="1831"/>
                  <a:pt x="416" y="1823"/>
                  <a:pt x="401" y="1817"/>
                </a:cubicBezTo>
                <a:cubicBezTo>
                  <a:pt x="397" y="1815"/>
                  <a:pt x="397" y="1815"/>
                  <a:pt x="395" y="1815"/>
                </a:cubicBezTo>
                <a:lnTo>
                  <a:pt x="375" y="1731"/>
                </a:lnTo>
                <a:close/>
                <a:moveTo>
                  <a:pt x="817" y="1315"/>
                </a:moveTo>
                <a:lnTo>
                  <a:pt x="973" y="1471"/>
                </a:lnTo>
                <a:lnTo>
                  <a:pt x="954" y="1667"/>
                </a:lnTo>
                <a:lnTo>
                  <a:pt x="790" y="1569"/>
                </a:lnTo>
                <a:cubicBezTo>
                  <a:pt x="797" y="1506"/>
                  <a:pt x="807" y="1420"/>
                  <a:pt x="817" y="1315"/>
                </a:cubicBezTo>
                <a:close/>
                <a:moveTo>
                  <a:pt x="391" y="1938"/>
                </a:moveTo>
                <a:cubicBezTo>
                  <a:pt x="383" y="2007"/>
                  <a:pt x="350" y="2048"/>
                  <a:pt x="350" y="2112"/>
                </a:cubicBezTo>
                <a:cubicBezTo>
                  <a:pt x="350" y="2145"/>
                  <a:pt x="360" y="2179"/>
                  <a:pt x="383" y="2216"/>
                </a:cubicBezTo>
                <a:cubicBezTo>
                  <a:pt x="405" y="2255"/>
                  <a:pt x="442" y="2298"/>
                  <a:pt x="498" y="2354"/>
                </a:cubicBezTo>
                <a:lnTo>
                  <a:pt x="522" y="2378"/>
                </a:lnTo>
                <a:lnTo>
                  <a:pt x="547" y="2354"/>
                </a:lnTo>
                <a:cubicBezTo>
                  <a:pt x="657" y="2243"/>
                  <a:pt x="694" y="2170"/>
                  <a:pt x="694" y="2104"/>
                </a:cubicBezTo>
                <a:cubicBezTo>
                  <a:pt x="694" y="2039"/>
                  <a:pt x="661" y="1995"/>
                  <a:pt x="653" y="1938"/>
                </a:cubicBezTo>
                <a:lnTo>
                  <a:pt x="586" y="1948"/>
                </a:lnTo>
                <a:cubicBezTo>
                  <a:pt x="598" y="2022"/>
                  <a:pt x="625" y="2065"/>
                  <a:pt x="627" y="2106"/>
                </a:cubicBezTo>
                <a:cubicBezTo>
                  <a:pt x="627" y="2141"/>
                  <a:pt x="600" y="2194"/>
                  <a:pt x="524" y="2278"/>
                </a:cubicBezTo>
                <a:cubicBezTo>
                  <a:pt x="489" y="2241"/>
                  <a:pt x="459" y="2206"/>
                  <a:pt x="444" y="2181"/>
                </a:cubicBezTo>
                <a:cubicBezTo>
                  <a:pt x="426" y="2151"/>
                  <a:pt x="422" y="2132"/>
                  <a:pt x="422" y="2114"/>
                </a:cubicBezTo>
                <a:cubicBezTo>
                  <a:pt x="422" y="2077"/>
                  <a:pt x="450" y="2032"/>
                  <a:pt x="461" y="1948"/>
                </a:cubicBezTo>
                <a:lnTo>
                  <a:pt x="391" y="1938"/>
                </a:lnTo>
                <a:close/>
                <a:moveTo>
                  <a:pt x="647" y="1821"/>
                </a:moveTo>
                <a:lnTo>
                  <a:pt x="647" y="1825"/>
                </a:lnTo>
                <a:cubicBezTo>
                  <a:pt x="645" y="1823"/>
                  <a:pt x="647" y="1823"/>
                  <a:pt x="647" y="1821"/>
                </a:cubicBezTo>
                <a:close/>
              </a:path>
            </a:pathLst>
          </a:custGeom>
          <a:solidFill>
            <a:schemeClr val="accent2"/>
          </a:solidFill>
          <a:ln>
            <a:noFill/>
          </a:ln>
          <a:effectLst/>
        </p:spPr>
        <p:txBody>
          <a:bodyPr wrap="none" anchor="ctr"/>
          <a:lstStyle/>
          <a:p>
            <a:endParaRPr lang="en-US" dirty="0"/>
          </a:p>
        </p:txBody>
      </p:sp>
      <p:cxnSp>
        <p:nvCxnSpPr>
          <p:cNvPr id="5" name="Straight Connector 4">
            <a:extLst>
              <a:ext uri="{FF2B5EF4-FFF2-40B4-BE49-F238E27FC236}">
                <a16:creationId xmlns:a16="http://schemas.microsoft.com/office/drawing/2014/main" id="{221C4201-81B2-8D47-BC8A-6A926E8D98A1}"/>
              </a:ext>
            </a:extLst>
          </p:cNvPr>
          <p:cNvCxnSpPr>
            <a:stCxn id="44" idx="0"/>
            <a:endCxn id="22" idx="2"/>
          </p:cNvCxnSpPr>
          <p:nvPr userDrawn="1"/>
        </p:nvCxnSpPr>
        <p:spPr>
          <a:xfrm flipV="1">
            <a:off x="1172556" y="3718440"/>
            <a:ext cx="1" cy="1646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A81A5F4E-34B3-4D4F-A0DC-3D23C413306E}"/>
              </a:ext>
            </a:extLst>
          </p:cNvPr>
          <p:cNvCxnSpPr/>
          <p:nvPr userDrawn="1"/>
        </p:nvCxnSpPr>
        <p:spPr>
          <a:xfrm flipV="1">
            <a:off x="3144695" y="4341220"/>
            <a:ext cx="1" cy="1646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A314B171-8897-7A4E-8AA4-DAF25C6788E9}"/>
              </a:ext>
            </a:extLst>
          </p:cNvPr>
          <p:cNvCxnSpPr/>
          <p:nvPr userDrawn="1"/>
        </p:nvCxnSpPr>
        <p:spPr>
          <a:xfrm flipV="1">
            <a:off x="5106948" y="3718440"/>
            <a:ext cx="1" cy="1646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B6E4B8D8-B083-5D42-A38A-D741891F5BCF}"/>
              </a:ext>
            </a:extLst>
          </p:cNvPr>
          <p:cNvCxnSpPr/>
          <p:nvPr userDrawn="1"/>
        </p:nvCxnSpPr>
        <p:spPr>
          <a:xfrm flipV="1">
            <a:off x="7079087" y="4341220"/>
            <a:ext cx="1" cy="1646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9C602E1-5556-6841-A375-D7774DBB7171}"/>
              </a:ext>
            </a:extLst>
          </p:cNvPr>
          <p:cNvCxnSpPr/>
          <p:nvPr userDrawn="1"/>
        </p:nvCxnSpPr>
        <p:spPr>
          <a:xfrm flipV="1">
            <a:off x="9051225" y="3718440"/>
            <a:ext cx="1" cy="1646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4A89A41-5C7F-4D49-813D-6C31FF92DDC2}"/>
              </a:ext>
            </a:extLst>
          </p:cNvPr>
          <p:cNvCxnSpPr/>
          <p:nvPr userDrawn="1"/>
        </p:nvCxnSpPr>
        <p:spPr>
          <a:xfrm flipV="1">
            <a:off x="11023364" y="4341220"/>
            <a:ext cx="1" cy="16466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7724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lank">
    <p:bg>
      <p:bgPr>
        <a:solidFill>
          <a:srgbClr val="333333"/>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18DBD5F-C6EC-485E-8ECE-A5152736C43A}"/>
              </a:ext>
            </a:extLst>
          </p:cNvPr>
          <p:cNvSpPr>
            <a:spLocks noGrp="1"/>
          </p:cNvSpPr>
          <p:nvPr>
            <p:ph type="dt" sz="half" idx="10"/>
          </p:nvPr>
        </p:nvSpPr>
        <p:spPr/>
        <p:txBody>
          <a:bodyPr/>
          <a:lstStyle>
            <a:lvl1pPr>
              <a:defRPr>
                <a:solidFill>
                  <a:schemeClr val="tx1"/>
                </a:solidFill>
              </a:defRPr>
            </a:lvl1pPr>
          </a:lstStyle>
          <a:p>
            <a:fld id="{6EBB0E32-0304-4451-ADB8-C044457D5B85}" type="datetimeFigureOut">
              <a:rPr lang="en-US" smtClean="0"/>
              <a:pPr/>
              <a:t>7/25/2024</a:t>
            </a:fld>
            <a:endParaRPr lang="en-US" dirty="0"/>
          </a:p>
        </p:txBody>
      </p:sp>
      <p:sp>
        <p:nvSpPr>
          <p:cNvPr id="3" name="Footer Placeholder 2">
            <a:extLst>
              <a:ext uri="{FF2B5EF4-FFF2-40B4-BE49-F238E27FC236}">
                <a16:creationId xmlns:a16="http://schemas.microsoft.com/office/drawing/2014/main" id="{FB6C0BE6-E24A-4679-B786-AAB41ADCCD5D}"/>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4" name="Slide Number Placeholder 3">
            <a:extLst>
              <a:ext uri="{FF2B5EF4-FFF2-40B4-BE49-F238E27FC236}">
                <a16:creationId xmlns:a16="http://schemas.microsoft.com/office/drawing/2014/main" id="{73FB9417-93D4-4C41-8E0E-1553E0B5D0CE}"/>
              </a:ext>
            </a:extLst>
          </p:cNvPr>
          <p:cNvSpPr>
            <a:spLocks noGrp="1"/>
          </p:cNvSpPr>
          <p:nvPr>
            <p:ph type="sldNum" sz="quarter" idx="12"/>
          </p:nvPr>
        </p:nvSpPr>
        <p:spPr/>
        <p:txBody>
          <a:bodyPr/>
          <a:lstStyle>
            <a:lvl1pPr>
              <a:defRPr>
                <a:solidFill>
                  <a:schemeClr val="tx1"/>
                </a:solidFill>
              </a:defRPr>
            </a:lvl1pPr>
          </a:lstStyle>
          <a:p>
            <a:fld id="{DA64F31B-23FA-4075-AF7D-6228CFD12F03}" type="slidenum">
              <a:rPr lang="en-US" smtClean="0"/>
              <a:pPr/>
              <a:t>‹#›</a:t>
            </a:fld>
            <a:endParaRPr lang="en-US" dirty="0"/>
          </a:p>
        </p:txBody>
      </p:sp>
      <p:sp>
        <p:nvSpPr>
          <p:cNvPr id="7" name="Text Placeholder 6">
            <a:extLst>
              <a:ext uri="{FF2B5EF4-FFF2-40B4-BE49-F238E27FC236}">
                <a16:creationId xmlns:a16="http://schemas.microsoft.com/office/drawing/2014/main" id="{2EFA4E54-980F-4851-9891-2A4B8772FE49}"/>
              </a:ext>
            </a:extLst>
          </p:cNvPr>
          <p:cNvSpPr>
            <a:spLocks noGrp="1"/>
          </p:cNvSpPr>
          <p:nvPr>
            <p:ph type="body" sz="quarter" idx="13"/>
          </p:nvPr>
        </p:nvSpPr>
        <p:spPr>
          <a:xfrm>
            <a:off x="2360613" y="2401888"/>
            <a:ext cx="7470775" cy="2054225"/>
          </a:xfrm>
        </p:spPr>
        <p:txBody>
          <a:bodyPr anchor="ctr">
            <a:normAutofit/>
          </a:bodyPr>
          <a:lstStyle>
            <a:lvl1pPr marL="0" indent="0" algn="ctr">
              <a:buNone/>
              <a:defRPr sz="3200">
                <a:solidFill>
                  <a:schemeClr val="tx1"/>
                </a:solidFill>
              </a:defRPr>
            </a:lvl1pPr>
            <a:lvl2pPr marL="457200" indent="0">
              <a:buNone/>
              <a:defRPr>
                <a:solidFill>
                  <a:schemeClr val="bg1">
                    <a:lumMod val="95000"/>
                  </a:schemeClr>
                </a:solidFill>
              </a:defRPr>
            </a:lvl2pPr>
            <a:lvl3pPr>
              <a:defRPr>
                <a:solidFill>
                  <a:schemeClr val="bg1">
                    <a:lumMod val="95000"/>
                  </a:schemeClr>
                </a:solidFill>
              </a:defRPr>
            </a:lvl3pPr>
            <a:lvl4pPr>
              <a:defRPr>
                <a:solidFill>
                  <a:schemeClr val="bg1">
                    <a:lumMod val="95000"/>
                  </a:schemeClr>
                </a:solidFill>
              </a:defRPr>
            </a:lvl4pPr>
            <a:lvl5pPr>
              <a:defRPr>
                <a:solidFill>
                  <a:schemeClr val="bg1">
                    <a:lumMod val="95000"/>
                  </a:schemeClr>
                </a:solidFill>
              </a:defRPr>
            </a:lvl5pPr>
          </a:lstStyle>
          <a:p>
            <a:pPr lvl="0"/>
            <a:r>
              <a:rPr lang="en-US"/>
              <a:t>Click to edit Master text styles</a:t>
            </a:r>
          </a:p>
        </p:txBody>
      </p:sp>
      <p:sp>
        <p:nvSpPr>
          <p:cNvPr id="6" name="Title 5">
            <a:extLst>
              <a:ext uri="{FF2B5EF4-FFF2-40B4-BE49-F238E27FC236}">
                <a16:creationId xmlns:a16="http://schemas.microsoft.com/office/drawing/2014/main" id="{BB14C9AD-D4E3-433C-80D7-EAEAA354619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7673075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308193-1216-4245-8C17-9B6C4A406926}" type="datetimeFigureOut">
              <a:rPr lang="en-US" smtClean="0"/>
              <a:t>7/25/2024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089387-CE62-5244-AE07-747C4C7A7696}" type="slidenum">
              <a:rPr lang="en-US" smtClean="0"/>
              <a:t>‹#›</a:t>
            </a:fld>
            <a:endParaRPr lang="en-US" dirty="0"/>
          </a:p>
        </p:txBody>
      </p:sp>
    </p:spTree>
    <p:extLst>
      <p:ext uri="{BB962C8B-B14F-4D97-AF65-F5344CB8AC3E}">
        <p14:creationId xmlns:p14="http://schemas.microsoft.com/office/powerpoint/2010/main" val="1669695519"/>
      </p:ext>
    </p:extLst>
  </p:cSld>
  <p:clrMap bg1="dk1" tx1="lt1" bg2="dk2" tx2="lt2" accent1="accent1" accent2="accent2" accent3="accent3" accent4="accent4" accent5="accent5" accent6="accent6" hlink="hlink" folHlink="folHlink"/>
  <p:sldLayoutIdLst>
    <p:sldLayoutId id="2147483649" r:id="rId1"/>
    <p:sldLayoutId id="214748367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isease-prediction-system-suyash.streamlit.app/"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E7AA2E0-FE73-F662-7A26-2E8F33A324DD}"/>
              </a:ext>
            </a:extLst>
          </p:cNvPr>
          <p:cNvPicPr>
            <a:picLocks noChangeAspect="1"/>
          </p:cNvPicPr>
          <p:nvPr/>
        </p:nvPicPr>
        <p:blipFill>
          <a:blip r:embed="rId2">
            <a:alphaModFix amt="20000"/>
          </a:blip>
          <a:stretch>
            <a:fillRect/>
          </a:stretch>
        </p:blipFill>
        <p:spPr>
          <a:xfrm>
            <a:off x="1" y="0"/>
            <a:ext cx="12192000" cy="6840953"/>
          </a:xfrm>
          <a:prstGeom prst="rect">
            <a:avLst/>
          </a:prstGeom>
        </p:spPr>
      </p:pic>
      <p:sp>
        <p:nvSpPr>
          <p:cNvPr id="3" name="Text Placeholder 2">
            <a:extLst>
              <a:ext uri="{FF2B5EF4-FFF2-40B4-BE49-F238E27FC236}">
                <a16:creationId xmlns:a16="http://schemas.microsoft.com/office/drawing/2014/main" id="{AAC1BC24-6735-4A81-8054-AAAC0AE9D1DE}"/>
              </a:ext>
            </a:extLst>
          </p:cNvPr>
          <p:cNvSpPr>
            <a:spLocks noGrp="1"/>
          </p:cNvSpPr>
          <p:nvPr>
            <p:ph type="body" sz="quarter" idx="13"/>
          </p:nvPr>
        </p:nvSpPr>
        <p:spPr>
          <a:xfrm>
            <a:off x="7353953" y="5449887"/>
            <a:ext cx="4838047" cy="1408113"/>
          </a:xfrm>
        </p:spPr>
        <p:txBody>
          <a:bodyPr/>
          <a:lstStyle/>
          <a:p>
            <a:r>
              <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Name :Suyash Umesh Surve</a:t>
            </a:r>
          </a:p>
          <a:p>
            <a:r>
              <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Roll no.:40365</a:t>
            </a:r>
          </a:p>
        </p:txBody>
      </p:sp>
      <p:sp>
        <p:nvSpPr>
          <p:cNvPr id="4" name="Rectangle 3">
            <a:extLst>
              <a:ext uri="{FF2B5EF4-FFF2-40B4-BE49-F238E27FC236}">
                <a16:creationId xmlns:a16="http://schemas.microsoft.com/office/drawing/2014/main" id="{CE368D6A-5C65-93C8-06C2-EEA727717F1D}"/>
              </a:ext>
            </a:extLst>
          </p:cNvPr>
          <p:cNvSpPr/>
          <p:nvPr/>
        </p:nvSpPr>
        <p:spPr>
          <a:xfrm>
            <a:off x="1547223" y="376536"/>
            <a:ext cx="9617505" cy="1107996"/>
          </a:xfrm>
          <a:prstGeom prst="rect">
            <a:avLst/>
          </a:prstGeom>
          <a:noFill/>
        </p:spPr>
        <p:txBody>
          <a:bodyPr wrap="none" lIns="91440" tIns="45720" rIns="91440" bIns="45720">
            <a:spAutoFit/>
          </a:bodyPr>
          <a:lstStyle/>
          <a:p>
            <a:pPr algn="ctr"/>
            <a:r>
              <a:rPr lang="en-US" sz="66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Disease Prediction System</a:t>
            </a:r>
          </a:p>
        </p:txBody>
      </p:sp>
      <p:sp>
        <p:nvSpPr>
          <p:cNvPr id="7" name="TextBox 6">
            <a:extLst>
              <a:ext uri="{FF2B5EF4-FFF2-40B4-BE49-F238E27FC236}">
                <a16:creationId xmlns:a16="http://schemas.microsoft.com/office/drawing/2014/main" id="{A8A2D48C-CCA7-B043-306F-EC3F08B9EDF7}"/>
              </a:ext>
            </a:extLst>
          </p:cNvPr>
          <p:cNvSpPr txBox="1"/>
          <p:nvPr/>
        </p:nvSpPr>
        <p:spPr>
          <a:xfrm>
            <a:off x="4405436" y="2407915"/>
            <a:ext cx="3735254" cy="2246769"/>
          </a:xfrm>
          <a:prstGeom prst="rect">
            <a:avLst/>
          </a:prstGeom>
          <a:noFill/>
        </p:spPr>
        <p:txBody>
          <a:bodyPr wrap="none" rtlCol="0">
            <a:spAutoFit/>
          </a:bodyPr>
          <a:lstStyle/>
          <a:p>
            <a:pPr algn="ct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Utilizing</a:t>
            </a:r>
            <a:r>
              <a:rPr lang="en-US" sz="2400" b="1" dirty="0"/>
              <a:t> </a:t>
            </a: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AI </a:t>
            </a:r>
          </a:p>
          <a:p>
            <a:pPr algn="ct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for </a:t>
            </a:r>
          </a:p>
          <a:p>
            <a:pPr algn="ct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Better Early Diagnosis </a:t>
            </a:r>
          </a:p>
          <a:p>
            <a:pPr algn="ct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and </a:t>
            </a:r>
          </a:p>
          <a:p>
            <a:pPr algn="ct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Patient Support</a:t>
            </a:r>
            <a:r>
              <a:rPr lang="en-US" sz="2400" b="1" dirty="0"/>
              <a:t>.</a:t>
            </a:r>
            <a:endParaRPr lang="en-IN" sz="2000" b="1" dirty="0"/>
          </a:p>
        </p:txBody>
      </p:sp>
    </p:spTree>
    <p:extLst>
      <p:ext uri="{BB962C8B-B14F-4D97-AF65-F5344CB8AC3E}">
        <p14:creationId xmlns:p14="http://schemas.microsoft.com/office/powerpoint/2010/main" val="3600943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F4DA7A-FB74-BFC4-0695-AE76DA0E2419}"/>
              </a:ext>
            </a:extLst>
          </p:cNvPr>
          <p:cNvSpPr>
            <a:spLocks noGrp="1"/>
          </p:cNvSpPr>
          <p:nvPr>
            <p:ph type="title"/>
          </p:nvPr>
        </p:nvSpPr>
        <p:spPr>
          <a:xfrm>
            <a:off x="838199" y="365125"/>
            <a:ext cx="6485965" cy="738665"/>
          </a:xfrm>
        </p:spPr>
        <p:txBody>
          <a:bodyPr>
            <a:normAutofit fontScale="90000"/>
          </a:bodyPr>
          <a:lstStyle/>
          <a:p>
            <a:r>
              <a:rPr lang="en-IN" sz="53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INTRODUCTION</a:t>
            </a:r>
            <a:endParaRPr lang="en-IN" sz="6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endParaRPr>
          </a:p>
        </p:txBody>
      </p:sp>
      <p:sp>
        <p:nvSpPr>
          <p:cNvPr id="4" name="TextBox 3">
            <a:extLst>
              <a:ext uri="{FF2B5EF4-FFF2-40B4-BE49-F238E27FC236}">
                <a16:creationId xmlns:a16="http://schemas.microsoft.com/office/drawing/2014/main" id="{0327E3EA-ED2B-9281-81E4-81635832C5FB}"/>
              </a:ext>
            </a:extLst>
          </p:cNvPr>
          <p:cNvSpPr txBox="1"/>
          <p:nvPr/>
        </p:nvSpPr>
        <p:spPr>
          <a:xfrm>
            <a:off x="936812" y="1112753"/>
            <a:ext cx="10744199" cy="1569660"/>
          </a:xfrm>
          <a:prstGeom prst="rect">
            <a:avLst/>
          </a:prstGeom>
          <a:noFill/>
        </p:spPr>
        <p:txBody>
          <a:bodyPr wrap="square" rtlCol="0">
            <a:spAutoFit/>
          </a:bodyPr>
          <a:lstStyle/>
          <a:p>
            <a:r>
              <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rPr>
              <a:t>Disease Prediction Systems use machine learning to analyze patient symptoms and forecast potential diseases. This enables improved early diagnosis, treatment outcomes, and patient care. Medical professionals can make more informed decisions, while patients gain valuable health insights.</a:t>
            </a:r>
            <a:endParaRPr lang="en-IN"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a16="http://schemas.microsoft.com/office/drawing/2014/main" id="{90615E0D-D549-8F88-87F1-ED229D36DDB1}"/>
              </a:ext>
            </a:extLst>
          </p:cNvPr>
          <p:cNvSpPr>
            <a:spLocks noChangeArrowheads="1"/>
          </p:cNvSpPr>
          <p:nvPr/>
        </p:nvSpPr>
        <p:spPr bwMode="auto">
          <a:xfrm rot="10800000" flipV="1">
            <a:off x="537882" y="3287786"/>
            <a:ext cx="7512424"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800100" lvl="1" indent="-342900" eaLnBrk="0" fontAlgn="base" hangingPunct="0">
              <a:spcBef>
                <a:spcPct val="0"/>
              </a:spcBef>
              <a:spcAft>
                <a:spcPct val="0"/>
              </a:spcAft>
              <a:buFont typeface="Arial" panose="020B0604020202020204" pitchFamily="34" charset="0"/>
              <a:buChar char="•"/>
            </a:pPr>
            <a:r>
              <a:rPr lang="en-US" alt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Disease Prediction Systems</a:t>
            </a:r>
            <a:r>
              <a:rPr kumimoji="0" lang="en-US" altLang="en-US" sz="1400" b="1" i="0" u="none" strike="noStrike" cap="none" normalizeH="0" baseline="0" dirty="0">
                <a:ln>
                  <a:noFill/>
                </a:ln>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altLang="en-US"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use machine learning to analyze patient symptoms and forecast potential diseases.</a:t>
            </a:r>
          </a:p>
          <a:p>
            <a:pPr lvl="1" eaLnBrk="0" fontAlgn="base" hangingPunct="0">
              <a:spcBef>
                <a:spcPct val="0"/>
              </a:spcBef>
              <a:spcAft>
                <a:spcPct val="0"/>
              </a:spcAft>
            </a:pPr>
            <a:endParaRPr lang="en-US" altLang="en-US"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Arial" panose="020B0604020202020204" pitchFamily="34" charset="0"/>
              <a:buChar char="•"/>
            </a:pPr>
            <a:r>
              <a:rPr lang="en-US" alt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Benefits: </a:t>
            </a:r>
            <a:r>
              <a:rPr lang="en-US" altLang="en-US"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Improved early diagnosis, better treatment outcomes, enhanced patient care.</a:t>
            </a:r>
          </a:p>
          <a:p>
            <a:pPr lvl="1" eaLnBrk="0" fontAlgn="base" hangingPunct="0">
              <a:spcBef>
                <a:spcPct val="0"/>
              </a:spcBef>
              <a:spcAft>
                <a:spcPct val="0"/>
              </a:spcAft>
            </a:pPr>
            <a:endParaRPr lang="en-US" altLang="en-US"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marL="800100" lvl="1" indent="-342900" eaLnBrk="0" fontAlgn="base" hangingPunct="0">
              <a:spcBef>
                <a:spcPct val="0"/>
              </a:spcBef>
              <a:spcAft>
                <a:spcPct val="0"/>
              </a:spcAft>
              <a:buFont typeface="Arial" panose="020B0604020202020204" pitchFamily="34" charset="0"/>
              <a:buChar char="•"/>
            </a:pPr>
            <a:r>
              <a:rPr lang="en-US" alt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Usage: </a:t>
            </a:r>
            <a:r>
              <a:rPr lang="en-US" altLang="en-US"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Helps medical professionals make informed decisions and provides patients with valuable health insights. </a:t>
            </a:r>
          </a:p>
        </p:txBody>
      </p:sp>
    </p:spTree>
    <p:extLst>
      <p:ext uri="{BB962C8B-B14F-4D97-AF65-F5344CB8AC3E}">
        <p14:creationId xmlns:p14="http://schemas.microsoft.com/office/powerpoint/2010/main" val="2422474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AF1EF83-2D26-B036-8DD1-BE86DFEDAA4C}"/>
              </a:ext>
            </a:extLst>
          </p:cNvPr>
          <p:cNvSpPr>
            <a:spLocks noGrp="1"/>
          </p:cNvSpPr>
          <p:nvPr>
            <p:ph type="title"/>
          </p:nvPr>
        </p:nvSpPr>
        <p:spPr/>
        <p:txBody>
          <a:bodyPr/>
          <a:lstStyle/>
          <a:p>
            <a:r>
              <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Background</a:t>
            </a:r>
            <a:r>
              <a:rPr lang="en-IN" sz="4400" b="1" dirty="0">
                <a:latin typeface="Times New Roman" panose="02020603050405020304" pitchFamily="18" charset="0"/>
                <a:cs typeface="Times New Roman" panose="02020603050405020304" pitchFamily="18" charset="0"/>
              </a:rPr>
              <a:t> </a:t>
            </a:r>
            <a:r>
              <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&amp;</a:t>
            </a:r>
            <a:r>
              <a:rPr lang="en-IN" sz="4400" b="1" dirty="0">
                <a:latin typeface="Times New Roman" panose="02020603050405020304" pitchFamily="18" charset="0"/>
                <a:cs typeface="Times New Roman" panose="02020603050405020304" pitchFamily="18" charset="0"/>
              </a:rPr>
              <a:t> </a:t>
            </a:r>
            <a:r>
              <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Requirement</a:t>
            </a:r>
            <a:r>
              <a:rPr lang="en-IN" sz="4400" b="1" dirty="0">
                <a:latin typeface="Times New Roman" panose="02020603050405020304" pitchFamily="18" charset="0"/>
                <a:cs typeface="Times New Roman" panose="02020603050405020304" pitchFamily="18" charset="0"/>
              </a:rPr>
              <a:t> </a:t>
            </a:r>
            <a:endParaRPr lang="en-IN" dirty="0"/>
          </a:p>
        </p:txBody>
      </p:sp>
      <p:sp>
        <p:nvSpPr>
          <p:cNvPr id="4" name="Rectangle 1">
            <a:extLst>
              <a:ext uri="{FF2B5EF4-FFF2-40B4-BE49-F238E27FC236}">
                <a16:creationId xmlns:a16="http://schemas.microsoft.com/office/drawing/2014/main" id="{9854D0A1-53E1-515E-7E67-DB534288C8E9}"/>
              </a:ext>
            </a:extLst>
          </p:cNvPr>
          <p:cNvSpPr>
            <a:spLocks noGrp="1" noChangeArrowheads="1"/>
          </p:cNvSpPr>
          <p:nvPr>
            <p:ph type="body" sz="quarter" idx="13"/>
          </p:nvPr>
        </p:nvSpPr>
        <p:spPr bwMode="auto">
          <a:xfrm>
            <a:off x="838200" y="1915060"/>
            <a:ext cx="7868117" cy="3611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US" altLang="en-US" sz="1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Importance of Early Diagnosis:</a:t>
            </a:r>
          </a:p>
          <a:p>
            <a:pPr marL="285750" indent="-285750" algn="l">
              <a:buFont typeface="Arial" panose="020B0604020202020204" pitchFamily="34" charset="0"/>
              <a:buChar char="•"/>
            </a:pP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Allows timely intervention to prevent diseases from worsening.</a:t>
            </a:r>
          </a:p>
          <a:p>
            <a:pPr marL="285750" indent="-285750" algn="l">
              <a:buFont typeface="Arial" panose="020B0604020202020204" pitchFamily="34" charset="0"/>
              <a:buChar char="•"/>
            </a:pP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Leads to better patient outcomes and lower healthcare costs.</a:t>
            </a:r>
          </a:p>
          <a:p>
            <a:pPr marL="285750" indent="-285750" algn="l">
              <a:buFont typeface="Arial" panose="020B0604020202020204" pitchFamily="34" charset="0"/>
              <a:buChar char="•"/>
            </a:pP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Crucial for public health to contain contagious diseases and prevent outbreaks.</a:t>
            </a:r>
          </a:p>
          <a:p>
            <a:pPr algn="l"/>
            <a:r>
              <a:rPr lang="en-US" altLang="en-US" sz="1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Issues with Conventional Diagnosis:</a:t>
            </a:r>
          </a:p>
          <a:p>
            <a:pPr marL="285750" indent="-285750" algn="l">
              <a:buFont typeface="Arial" panose="020B0604020202020204" pitchFamily="34" charset="0"/>
              <a:buChar char="•"/>
            </a:pP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Subjectivity and potential for mistakes.</a:t>
            </a:r>
          </a:p>
          <a:p>
            <a:pPr marL="285750" indent="-285750" algn="l">
              <a:buFont typeface="Arial" panose="020B0604020202020204" pitchFamily="34" charset="0"/>
              <a:buChar char="•"/>
            </a:pP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Time-consuming process involving multiple tests and appointments.</a:t>
            </a:r>
          </a:p>
          <a:p>
            <a:pPr marL="285750" indent="-285750" algn="l">
              <a:buFont typeface="Arial" panose="020B0604020202020204" pitchFamily="34" charset="0"/>
              <a:buChar char="•"/>
            </a:pP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Limited access to specialized medical knowledge in remote or less developed areas.</a:t>
            </a:r>
          </a:p>
          <a:p>
            <a:pPr algn="l"/>
            <a:endParaRPr lang="en-US" altLang="en-US" sz="1800" dirty="0"/>
          </a:p>
        </p:txBody>
      </p:sp>
    </p:spTree>
    <p:extLst>
      <p:ext uri="{BB962C8B-B14F-4D97-AF65-F5344CB8AC3E}">
        <p14:creationId xmlns:p14="http://schemas.microsoft.com/office/powerpoint/2010/main" val="867055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BFEF91-1DF8-8176-6CD1-9C7EBEE8B8E2}"/>
              </a:ext>
            </a:extLst>
          </p:cNvPr>
          <p:cNvSpPr>
            <a:spLocks noGrp="1"/>
          </p:cNvSpPr>
          <p:nvPr>
            <p:ph type="body" sz="quarter" idx="13"/>
          </p:nvPr>
        </p:nvSpPr>
        <p:spPr>
          <a:xfrm>
            <a:off x="959223" y="2652681"/>
            <a:ext cx="9623611" cy="2779930"/>
          </a:xfrm>
        </p:spPr>
        <p:txBody>
          <a:bodyPr>
            <a:normAutofit/>
          </a:bodyPr>
          <a:lstStyle/>
          <a:p>
            <a:pPr marL="342900" indent="-342900" algn="l">
              <a:buFont typeface="Arial" panose="020B0604020202020204" pitchFamily="34" charset="0"/>
              <a:buChar char="•"/>
            </a:pPr>
            <a:r>
              <a:rPr 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Data Analysis</a:t>
            </a: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Uncover patterns and connections in vast amounts of data.</a:t>
            </a:r>
          </a:p>
          <a:p>
            <a:pPr marL="457200" indent="-457200" algn="l">
              <a:buFont typeface="Arial" panose="020B0604020202020204" pitchFamily="34" charset="0"/>
              <a:buChar char="•"/>
            </a:pPr>
            <a:r>
              <a:rPr 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Reliable Predictions</a:t>
            </a: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Minimize diagnostic mistakes with precise predictions.</a:t>
            </a:r>
          </a:p>
          <a:p>
            <a:pPr marL="457200" indent="-457200" algn="l">
              <a:buFont typeface="Arial" panose="020B0604020202020204" pitchFamily="34" charset="0"/>
              <a:buChar char="•"/>
            </a:pPr>
            <a:r>
              <a:rPr 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Time-Saving</a:t>
            </a: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Quick, automated predictions save time for patients and healthcare professionals.</a:t>
            </a:r>
          </a:p>
          <a:p>
            <a:pPr marL="457200" indent="-457200" algn="l">
              <a:buFont typeface="Arial" panose="020B0604020202020204" pitchFamily="34" charset="0"/>
              <a:buChar char="•"/>
            </a:pPr>
            <a:r>
              <a:rPr 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Widespread Use</a:t>
            </a: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Scalable models make advanced diagnostic tools accessible to more people.</a:t>
            </a:r>
          </a:p>
          <a:p>
            <a:endParaRPr lang="en-IN" dirty="0"/>
          </a:p>
        </p:txBody>
      </p:sp>
      <p:sp>
        <p:nvSpPr>
          <p:cNvPr id="3" name="Title 2">
            <a:extLst>
              <a:ext uri="{FF2B5EF4-FFF2-40B4-BE49-F238E27FC236}">
                <a16:creationId xmlns:a16="http://schemas.microsoft.com/office/drawing/2014/main" id="{BAF1EF83-2D26-B036-8DD1-BE86DFEDAA4C}"/>
              </a:ext>
            </a:extLst>
          </p:cNvPr>
          <p:cNvSpPr>
            <a:spLocks noGrp="1"/>
          </p:cNvSpPr>
          <p:nvPr>
            <p:ph type="title"/>
          </p:nvPr>
        </p:nvSpPr>
        <p:spPr/>
        <p:txBody>
          <a:bodyPr/>
          <a:lstStyle/>
          <a:p>
            <a:r>
              <a:rPr lang="en-IN" sz="4400" b="1" dirty="0">
                <a:latin typeface="Times New Roman" panose="02020603050405020304" pitchFamily="18" charset="0"/>
                <a:cs typeface="Times New Roman" panose="02020603050405020304" pitchFamily="18" charset="0"/>
              </a:rPr>
              <a:t> </a:t>
            </a:r>
            <a:r>
              <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Literature</a:t>
            </a:r>
            <a:r>
              <a:rPr lang="en-IN" sz="4400" b="1" dirty="0">
                <a:latin typeface="Times New Roman" panose="02020603050405020304" pitchFamily="18" charset="0"/>
                <a:cs typeface="Times New Roman" panose="02020603050405020304" pitchFamily="18" charset="0"/>
              </a:rPr>
              <a:t> </a:t>
            </a:r>
            <a:r>
              <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Survey</a:t>
            </a:r>
            <a:r>
              <a:rPr lang="en-IN" sz="4400" b="1" dirty="0">
                <a:latin typeface="Times New Roman" panose="02020603050405020304" pitchFamily="18" charset="0"/>
                <a:cs typeface="Times New Roman" panose="02020603050405020304" pitchFamily="18" charset="0"/>
              </a:rPr>
              <a:t> </a:t>
            </a:r>
            <a:endParaRPr lang="en-IN" dirty="0"/>
          </a:p>
        </p:txBody>
      </p:sp>
      <p:sp>
        <p:nvSpPr>
          <p:cNvPr id="4" name="TextBox 3">
            <a:extLst>
              <a:ext uri="{FF2B5EF4-FFF2-40B4-BE49-F238E27FC236}">
                <a16:creationId xmlns:a16="http://schemas.microsoft.com/office/drawing/2014/main" id="{9579A0CD-046F-AD83-0A8A-13A428EB4127}"/>
              </a:ext>
            </a:extLst>
          </p:cNvPr>
          <p:cNvSpPr txBox="1"/>
          <p:nvPr/>
        </p:nvSpPr>
        <p:spPr>
          <a:xfrm>
            <a:off x="1676400" y="2034988"/>
            <a:ext cx="6203576" cy="738664"/>
          </a:xfrm>
          <a:prstGeom prst="rect">
            <a:avLst/>
          </a:prstGeom>
          <a:noFill/>
        </p:spPr>
        <p:txBody>
          <a:bodyPr wrap="square" rtlCol="0">
            <a:spAutoFit/>
          </a:bodyPr>
          <a:lstStyle/>
          <a:p>
            <a:r>
              <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Machine Learning's Impact on Healthcare:</a:t>
            </a:r>
          </a:p>
          <a:p>
            <a:endParaRPr lang="en-IN" dirty="0"/>
          </a:p>
        </p:txBody>
      </p:sp>
    </p:spTree>
    <p:extLst>
      <p:ext uri="{BB962C8B-B14F-4D97-AF65-F5344CB8AC3E}">
        <p14:creationId xmlns:p14="http://schemas.microsoft.com/office/powerpoint/2010/main" val="1096231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BFEF91-1DF8-8176-6CD1-9C7EBEE8B8E2}"/>
              </a:ext>
            </a:extLst>
          </p:cNvPr>
          <p:cNvSpPr>
            <a:spLocks noGrp="1"/>
          </p:cNvSpPr>
          <p:nvPr>
            <p:ph type="body" sz="quarter" idx="13"/>
          </p:nvPr>
        </p:nvSpPr>
        <p:spPr>
          <a:xfrm>
            <a:off x="143435" y="2357718"/>
            <a:ext cx="6526306" cy="4500282"/>
          </a:xfrm>
        </p:spPr>
        <p:txBody>
          <a:bodyPr>
            <a:normAutofit/>
          </a:bodyPr>
          <a:lstStyle/>
          <a:p>
            <a:pPr algn="l">
              <a:buFont typeface="Arial" panose="020B0604020202020204" pitchFamily="34" charset="0"/>
              <a:buChar char="•"/>
            </a:pPr>
            <a:endPar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lnSpc>
                <a:spcPct val="80000"/>
              </a:lnSpc>
            </a:pPr>
            <a:r>
              <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Model Predictions </a:t>
            </a:r>
          </a:p>
          <a:p>
            <a:pPr algn="l"/>
            <a:r>
              <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Random Forest Classifier: </a:t>
            </a:r>
          </a:p>
          <a:p>
            <a:pPr algn="l">
              <a:buFont typeface="Arial" panose="020B0604020202020204" pitchFamily="34" charset="0"/>
              <a:buChar char="•"/>
            </a:pPr>
            <a:r>
              <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Training:  Train the Random Forest model using historical data to learn patterns in symptoms and diseases.</a:t>
            </a:r>
          </a:p>
          <a:p>
            <a:pPr algn="l">
              <a:buFont typeface="Arial" panose="020B0604020202020204" pitchFamily="34" charset="0"/>
              <a:buChar char="•"/>
            </a:pPr>
            <a:r>
              <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Prediction:  Use the trained model to predict diseases based on new symptoms provided in the testing dataset.</a:t>
            </a:r>
          </a:p>
          <a:p>
            <a:pPr algn="l"/>
            <a:r>
              <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Decision Tree Classifier: </a:t>
            </a:r>
          </a:p>
          <a:p>
            <a:pPr algn="l">
              <a:buFont typeface="Arial" panose="020B0604020202020204" pitchFamily="34" charset="0"/>
              <a:buChar char="•"/>
            </a:pPr>
            <a:r>
              <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Training:  Train the Decision Tree model on the same historical data to understand the relationships between symptoms and diseases.</a:t>
            </a:r>
          </a:p>
          <a:p>
            <a:pPr algn="l">
              <a:buFont typeface="Arial" panose="020B0604020202020204" pitchFamily="34" charset="0"/>
              <a:buChar char="•"/>
            </a:pPr>
            <a:r>
              <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Prediction:  Apply the Decision Tree model to predict diseases from the testing dataset.</a:t>
            </a:r>
          </a:p>
          <a:p>
            <a:pPr algn="l">
              <a:buFont typeface="Arial" panose="020B0604020202020204" pitchFamily="34" charset="0"/>
              <a:buChar char="•"/>
            </a:pPr>
            <a:endParaRPr lang="en-US" sz="17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endPar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dirty="0"/>
          </a:p>
        </p:txBody>
      </p:sp>
      <p:sp>
        <p:nvSpPr>
          <p:cNvPr id="3" name="Title 2">
            <a:extLst>
              <a:ext uri="{FF2B5EF4-FFF2-40B4-BE49-F238E27FC236}">
                <a16:creationId xmlns:a16="http://schemas.microsoft.com/office/drawing/2014/main" id="{BAF1EF83-2D26-B036-8DD1-BE86DFEDAA4C}"/>
              </a:ext>
            </a:extLst>
          </p:cNvPr>
          <p:cNvSpPr>
            <a:spLocks noGrp="1"/>
          </p:cNvSpPr>
          <p:nvPr>
            <p:ph type="title"/>
          </p:nvPr>
        </p:nvSpPr>
        <p:spPr>
          <a:xfrm>
            <a:off x="4004982" y="-11392"/>
            <a:ext cx="5042647" cy="1015440"/>
          </a:xfrm>
        </p:spPr>
        <p:txBody>
          <a:bodyPr/>
          <a:lstStyle/>
          <a:p>
            <a:r>
              <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Methodology</a:t>
            </a:r>
            <a:r>
              <a:rPr lang="en-IN" sz="4400" b="1" dirty="0">
                <a:latin typeface="Times New Roman" panose="02020603050405020304" pitchFamily="18" charset="0"/>
                <a:cs typeface="Times New Roman" panose="02020603050405020304" pitchFamily="18" charset="0"/>
              </a:rPr>
              <a:t> </a:t>
            </a:r>
            <a:endParaRPr lang="en-IN" dirty="0"/>
          </a:p>
        </p:txBody>
      </p:sp>
      <p:sp>
        <p:nvSpPr>
          <p:cNvPr id="4" name="Text Placeholder 1">
            <a:extLst>
              <a:ext uri="{FF2B5EF4-FFF2-40B4-BE49-F238E27FC236}">
                <a16:creationId xmlns:a16="http://schemas.microsoft.com/office/drawing/2014/main" id="{C81A148D-9704-A1CB-81AA-B78987936057}"/>
              </a:ext>
            </a:extLst>
          </p:cNvPr>
          <p:cNvSpPr txBox="1">
            <a:spLocks/>
          </p:cNvSpPr>
          <p:nvPr/>
        </p:nvSpPr>
        <p:spPr>
          <a:xfrm>
            <a:off x="6849035" y="2259106"/>
            <a:ext cx="5199530" cy="4500282"/>
          </a:xfrm>
          <a:prstGeom prst="rect">
            <a:avLst/>
          </a:prstGeom>
        </p:spPr>
        <p:txBody>
          <a:bodyPr vert="horz" lIns="91440" tIns="45720" rIns="91440" bIns="45720" rtlCol="0" anchor="ctr">
            <a:normAutofit fontScale="92500"/>
          </a:bodyPr>
          <a:lstStyle>
            <a:lvl1pPr marL="0" indent="0" algn="ctr" defTabSz="914400" rtl="0" eaLnBrk="1" latinLnBrk="0" hangingPunct="1">
              <a:lnSpc>
                <a:spcPct val="90000"/>
              </a:lnSpc>
              <a:spcBef>
                <a:spcPts val="1000"/>
              </a:spcBef>
              <a:buFont typeface="Arial"/>
              <a:buNone/>
              <a:defRPr sz="3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a:buNone/>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endPar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lnSpc>
                <a:spcPct val="100000"/>
              </a:lnSpc>
            </a:pPr>
            <a:r>
              <a:rPr lang="en-US" sz="2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Accuracy Calculation </a:t>
            </a:r>
          </a:p>
          <a:p>
            <a:pPr algn="l">
              <a:lnSpc>
                <a:spcPct val="100000"/>
              </a:lnSpc>
            </a:pP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Random Forest Classifier: </a:t>
            </a:r>
          </a:p>
          <a:p>
            <a:pPr algn="l">
              <a:buFont typeface="Arial" panose="020B0604020202020204" pitchFamily="34" charset="0"/>
              <a:buChar char="•"/>
            </a:pP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Compute Accuracy Score:  Measure how often the Random Forest model makes correct predictions compared to the actual outcomes.</a:t>
            </a:r>
          </a:p>
          <a:p>
            <a:pPr algn="l">
              <a:buFont typeface="Arial" panose="020B0604020202020204" pitchFamily="34" charset="0"/>
              <a:buChar char="•"/>
            </a:pP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Confusion Matrix:  Analyze the confusion matrix to see how well the model distinguishes between different diseases.</a:t>
            </a:r>
          </a:p>
          <a:p>
            <a:pPr algn="l"/>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Decision Tree Classifier: </a:t>
            </a:r>
          </a:p>
          <a:p>
            <a:pPr algn="l">
              <a:buFont typeface="Arial" panose="020B0604020202020204" pitchFamily="34" charset="0"/>
              <a:buChar char="•"/>
            </a:pP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Compute Accuracy Score:  Evaluate the Decision Tree model's prediction accuracy.</a:t>
            </a:r>
          </a:p>
          <a:p>
            <a:pPr algn="l">
              <a:buFont typeface="Arial" panose="020B0604020202020204" pitchFamily="34" charset="0"/>
              <a:buChar char="•"/>
            </a:pPr>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Confusion Matrix:  Review the confusion matrix for the Decision Tree model to understand its performance.</a:t>
            </a:r>
          </a:p>
          <a:p>
            <a:pPr algn="l">
              <a:buFont typeface="Arial" panose="020B0604020202020204" pitchFamily="34" charset="0"/>
              <a:buChar char="•"/>
            </a:pPr>
            <a:endPar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endParaRPr lang="en-IN" dirty="0"/>
          </a:p>
        </p:txBody>
      </p:sp>
      <p:sp>
        <p:nvSpPr>
          <p:cNvPr id="5" name="Text Placeholder 1">
            <a:extLst>
              <a:ext uri="{FF2B5EF4-FFF2-40B4-BE49-F238E27FC236}">
                <a16:creationId xmlns:a16="http://schemas.microsoft.com/office/drawing/2014/main" id="{028B03AF-F1A2-54F2-E385-54328BDF037E}"/>
              </a:ext>
            </a:extLst>
          </p:cNvPr>
          <p:cNvSpPr txBox="1">
            <a:spLocks/>
          </p:cNvSpPr>
          <p:nvPr/>
        </p:nvSpPr>
        <p:spPr>
          <a:xfrm>
            <a:off x="143435" y="1066800"/>
            <a:ext cx="11967883" cy="1192306"/>
          </a:xfrm>
          <a:prstGeom prst="rect">
            <a:avLst/>
          </a:prstGeom>
        </p:spPr>
        <p:txBody>
          <a:bodyPr vert="horz" lIns="91440" tIns="45720" rIns="91440" bIns="45720" rtlCol="0" anchor="ctr">
            <a:normAutofit fontScale="92500" lnSpcReduction="20000"/>
          </a:bodyPr>
          <a:lstStyle>
            <a:lvl1pPr marL="0" indent="0" algn="ctr" defTabSz="914400" rtl="0" eaLnBrk="1" latinLnBrk="0" hangingPunct="1">
              <a:lnSpc>
                <a:spcPct val="90000"/>
              </a:lnSpc>
              <a:spcBef>
                <a:spcPts val="1000"/>
              </a:spcBef>
              <a:buFont typeface="Arial"/>
              <a:buNone/>
              <a:defRPr sz="3200"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a:buNone/>
              <a:defRPr sz="2400" kern="1200">
                <a:solidFill>
                  <a:schemeClr val="bg1">
                    <a:lumMod val="95000"/>
                  </a:schemeClr>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bg1">
                    <a:lumMod val="95000"/>
                  </a:schemeClr>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bg1">
                    <a:lumMod val="95000"/>
                  </a:schemeClr>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bg1">
                    <a:lumMod val="95000"/>
                  </a:schemeClr>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buFont typeface="Arial" panose="020B0604020202020204" pitchFamily="34" charset="0"/>
              <a:buChar char="•"/>
            </a:pPr>
            <a:endPar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lgn="l"/>
            <a:r>
              <a:rPr lang="en-US" sz="26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Evaluation Process Overview: </a:t>
            </a:r>
          </a:p>
          <a:p>
            <a:pPr algn="l"/>
            <a:r>
              <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Initiate the evaluation phase for the Disease Prediction System's machine learning models. This involves setting up the system to test how well the models predict diseases based on symptom data</a:t>
            </a:r>
          </a:p>
          <a:p>
            <a:endParaRPr lang="en-IN" dirty="0"/>
          </a:p>
        </p:txBody>
      </p:sp>
    </p:spTree>
    <p:extLst>
      <p:ext uri="{BB962C8B-B14F-4D97-AF65-F5344CB8AC3E}">
        <p14:creationId xmlns:p14="http://schemas.microsoft.com/office/powerpoint/2010/main" val="1660164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0BF657-4225-B679-901A-81236EDF11DB}"/>
              </a:ext>
            </a:extLst>
          </p:cNvPr>
          <p:cNvSpPr>
            <a:spLocks noGrp="1"/>
          </p:cNvSpPr>
          <p:nvPr>
            <p:ph type="title"/>
          </p:nvPr>
        </p:nvSpPr>
        <p:spPr>
          <a:xfrm>
            <a:off x="1062318" y="0"/>
            <a:ext cx="7803776" cy="1115568"/>
          </a:xfrm>
        </p:spPr>
        <p:txBody>
          <a:bodyPr>
            <a:normAutofit/>
          </a:bodyPr>
          <a:lstStyle/>
          <a:p>
            <a:pPr algn="ctr"/>
            <a:r>
              <a:rPr lang="en-US" altLang="en-US"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Implementation Techniques</a:t>
            </a:r>
            <a:endPar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endParaRPr>
          </a:p>
        </p:txBody>
      </p:sp>
      <p:graphicFrame>
        <p:nvGraphicFramePr>
          <p:cNvPr id="6" name="Diagram 5">
            <a:extLst>
              <a:ext uri="{FF2B5EF4-FFF2-40B4-BE49-F238E27FC236}">
                <a16:creationId xmlns:a16="http://schemas.microsoft.com/office/drawing/2014/main" id="{F1208D6C-9180-DA7B-6249-B7F009F8413B}"/>
              </a:ext>
            </a:extLst>
          </p:cNvPr>
          <p:cNvGraphicFramePr/>
          <p:nvPr>
            <p:extLst>
              <p:ext uri="{D42A27DB-BD31-4B8C-83A1-F6EECF244321}">
                <p14:modId xmlns:p14="http://schemas.microsoft.com/office/powerpoint/2010/main" val="3528214044"/>
              </p:ext>
            </p:extLst>
          </p:nvPr>
        </p:nvGraphicFramePr>
        <p:xfrm>
          <a:off x="6409765" y="557784"/>
          <a:ext cx="5468469" cy="30390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Rectangle 2">
            <a:extLst>
              <a:ext uri="{FF2B5EF4-FFF2-40B4-BE49-F238E27FC236}">
                <a16:creationId xmlns:a16="http://schemas.microsoft.com/office/drawing/2014/main" id="{AFBEA439-61FD-CDB3-D960-ADE0022CE545}"/>
              </a:ext>
            </a:extLst>
          </p:cNvPr>
          <p:cNvSpPr>
            <a:spLocks noGrp="1" noChangeArrowheads="1"/>
          </p:cNvSpPr>
          <p:nvPr>
            <p:ph type="body" sz="quarter" idx="13"/>
          </p:nvPr>
        </p:nvSpPr>
        <p:spPr bwMode="auto">
          <a:xfrm>
            <a:off x="242048" y="1489107"/>
            <a:ext cx="8375904" cy="4462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algn="l" eaLnBrk="0" fontAlgn="base" hangingPunct="0">
              <a:lnSpc>
                <a:spcPct val="100000"/>
              </a:lnSpc>
              <a:spcBef>
                <a:spcPct val="0"/>
              </a:spcBef>
              <a:spcAft>
                <a:spcPct val="0"/>
              </a:spcAft>
            </a:pPr>
            <a:r>
              <a:rPr lang="en-US" alt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 using Random Forest Classifier:</a:t>
            </a:r>
          </a:p>
          <a:p>
            <a:pPr algn="l" eaLnBrk="0" fontAlgn="base" hangingPunct="0">
              <a:lnSpc>
                <a:spcPct val="100000"/>
              </a:lnSpc>
              <a:spcBef>
                <a:spcPct val="0"/>
              </a:spcBef>
              <a:spcAft>
                <a:spcPct val="0"/>
              </a:spcAft>
            </a:pPr>
            <a:r>
              <a:rPr lang="en-US" altLang="en-US" sz="14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trained Random Forest Classifier predicts potential diseases based on </a:t>
            </a:r>
          </a:p>
          <a:p>
            <a:pPr algn="l" eaLnBrk="0" fontAlgn="base" hangingPunct="0">
              <a:lnSpc>
                <a:spcPct val="100000"/>
              </a:lnSpc>
              <a:spcBef>
                <a:spcPct val="0"/>
              </a:spcBef>
              <a:spcAft>
                <a:spcPct val="0"/>
              </a:spcAft>
            </a:pPr>
            <a:r>
              <a:rPr lang="en-US" altLang="en-US" sz="14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symptoms provided in the testing dataset</a:t>
            </a:r>
            <a:r>
              <a:rPr lang="en-US" alt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R="0" lvl="0" algn="l" eaLnBrk="0" fontAlgn="base" hangingPunct="0">
              <a:lnSpc>
                <a:spcPct val="100000"/>
              </a:lnSpc>
              <a:spcBef>
                <a:spcPct val="0"/>
              </a:spcBef>
              <a:spcAft>
                <a:spcPct val="0"/>
              </a:spcAft>
              <a:buClrTx/>
              <a:buSzTx/>
              <a:tabLst/>
            </a:pPr>
            <a:r>
              <a:rPr lang="en-US" alt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Calculate Accuracy Score for Random Forest Classifier:</a:t>
            </a:r>
          </a:p>
          <a:p>
            <a:pPr marR="0" lvl="0" algn="l" eaLnBrk="0" fontAlgn="base" hangingPunct="0">
              <a:lnSpc>
                <a:spcPct val="100000"/>
              </a:lnSpc>
              <a:spcBef>
                <a:spcPct val="0"/>
              </a:spcBef>
              <a:spcAft>
                <a:spcPct val="0"/>
              </a:spcAft>
              <a:buClrTx/>
              <a:buSzTx/>
              <a:tabLst/>
            </a:pPr>
            <a:r>
              <a:rPr lang="en-US" altLang="en-US" sz="14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Once predictions are made, the accuracy score of the Random Forest model is computed. </a:t>
            </a:r>
          </a:p>
          <a:p>
            <a:pPr marR="0" lvl="0" algn="l" eaLnBrk="0" fontAlgn="base" hangingPunct="0">
              <a:lnSpc>
                <a:spcPct val="100000"/>
              </a:lnSpc>
              <a:spcBef>
                <a:spcPct val="0"/>
              </a:spcBef>
              <a:spcAft>
                <a:spcPct val="0"/>
              </a:spcAft>
              <a:buClrTx/>
              <a:buSzTx/>
              <a:tabLst/>
            </a:pPr>
            <a:r>
              <a:rPr lang="en-US" altLang="en-US" sz="14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accuracy score indicates the proportion of correct predictions out of all predictions made.</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algn="l" eaLnBrk="0" fontAlgn="base" hangingPunct="0">
              <a:lnSpc>
                <a:spcPct val="100000"/>
              </a:lnSpc>
              <a:spcBef>
                <a:spcPct val="0"/>
              </a:spcBef>
              <a:spcAft>
                <a:spcPct val="0"/>
              </a:spcAft>
            </a:pPr>
            <a:r>
              <a:rPr lang="en-US" alt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Predict using Decision Tree Classifier:</a:t>
            </a:r>
          </a:p>
          <a:p>
            <a:pPr algn="l" eaLnBrk="0" fontAlgn="base" hangingPunct="0">
              <a:lnSpc>
                <a:spcPct val="100000"/>
              </a:lnSpc>
              <a:spcBef>
                <a:spcPct val="0"/>
              </a:spcBef>
              <a:spcAft>
                <a:spcPct val="0"/>
              </a:spcAft>
            </a:pPr>
            <a:r>
              <a:rPr lang="en-US" altLang="en-US" sz="14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Similarly, the trained Decision Tree Classifier predicts diseases based on the same testing dataset but using the Decision Tree algorithm.</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R="0" lvl="0" algn="l" eaLnBrk="0" fontAlgn="base" hangingPunct="0">
              <a:lnSpc>
                <a:spcPct val="100000"/>
              </a:lnSpc>
              <a:spcBef>
                <a:spcPct val="0"/>
              </a:spcBef>
              <a:spcAft>
                <a:spcPct val="0"/>
              </a:spcAft>
              <a:buClrTx/>
              <a:buSzTx/>
              <a:tabLst/>
            </a:pPr>
            <a:r>
              <a:rPr lang="en-US" altLang="en-US" sz="2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Calculate Accuracy Score for Decision Tree Classifier:</a:t>
            </a:r>
          </a:p>
          <a:p>
            <a:pPr marR="0" lvl="0" algn="l" eaLnBrk="0" fontAlgn="base" hangingPunct="0">
              <a:lnSpc>
                <a:spcPct val="100000"/>
              </a:lnSpc>
              <a:spcBef>
                <a:spcPct val="0"/>
              </a:spcBef>
              <a:spcAft>
                <a:spcPct val="0"/>
              </a:spcAft>
              <a:buClrTx/>
              <a:buSzTx/>
              <a:tabLst/>
            </a:pPr>
            <a:r>
              <a:rPr lang="en-US" altLang="en-US" sz="16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accuracy score for the Decision Tree model is computed to assess its predictive accuracy compared to the Random Forest model.</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2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454915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67442C-D200-05B4-A970-EE91F04A723F}"/>
              </a:ext>
            </a:extLst>
          </p:cNvPr>
          <p:cNvSpPr>
            <a:spLocks noGrp="1"/>
          </p:cNvSpPr>
          <p:nvPr>
            <p:ph type="title"/>
          </p:nvPr>
        </p:nvSpPr>
        <p:spPr>
          <a:xfrm>
            <a:off x="4480112" y="201334"/>
            <a:ext cx="3151094" cy="638922"/>
          </a:xfrm>
        </p:spPr>
        <p:txBody>
          <a:bodyPr>
            <a:normAutofit fontScale="90000"/>
          </a:bodyPr>
          <a:lstStyle/>
          <a:p>
            <a:r>
              <a:rPr lang="en-US"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Case Studies</a:t>
            </a:r>
            <a:endPar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endParaRPr>
          </a:p>
        </p:txBody>
      </p:sp>
      <p:sp>
        <p:nvSpPr>
          <p:cNvPr id="6" name="Text Placeholder 1">
            <a:extLst>
              <a:ext uri="{FF2B5EF4-FFF2-40B4-BE49-F238E27FC236}">
                <a16:creationId xmlns:a16="http://schemas.microsoft.com/office/drawing/2014/main" id="{A07F8AC0-843A-F646-196D-AB293EFEFBC4}"/>
              </a:ext>
            </a:extLst>
          </p:cNvPr>
          <p:cNvSpPr>
            <a:spLocks noGrp="1"/>
          </p:cNvSpPr>
          <p:nvPr>
            <p:ph type="body" sz="quarter" idx="13"/>
          </p:nvPr>
        </p:nvSpPr>
        <p:spPr>
          <a:xfrm>
            <a:off x="313764" y="726141"/>
            <a:ext cx="11161059" cy="6129433"/>
          </a:xfrm>
        </p:spPr>
        <p:txBody>
          <a:bodyPr>
            <a:normAutofit/>
          </a:bodyPr>
          <a:lstStyle/>
          <a:p>
            <a:pPr algn="l"/>
            <a:endParaRPr lang="en-US" sz="18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Medical Diagnosis</a:t>
            </a:r>
          </a:p>
          <a:p>
            <a:r>
              <a:rPr lang="en-US" sz="24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Breast Cancer Prediction</a:t>
            </a:r>
          </a:p>
          <a:p>
            <a:pPr marL="742950" lvl="1" indent="-285750">
              <a:buFont typeface="Arial" panose="020B0604020202020204" pitchFamily="34" charset="0"/>
              <a:buChar char="•"/>
            </a:pP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Description</a:t>
            </a:r>
            <a:r>
              <a:rPr lang="en-US" sz="29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Researchers at the University of Wisconsin-Madison used Random Forest Classifier to predict breast cancer diagnoses based on features from mammogram images and patient data</a:t>
            </a:r>
            <a:r>
              <a:rPr lang="en-US" sz="29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a:t>
            </a:r>
            <a:r>
              <a:rPr lang="en-US" sz="29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Random Forest model helped in distinguishing between malignant and benign tumors with high accuracy, improving early detection and treatment planning</a:t>
            </a:r>
            <a:r>
              <a:rPr lang="en-US" sz="23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p>
          <a:p>
            <a:r>
              <a:rPr lang="en-US" sz="40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Financial Services</a:t>
            </a:r>
          </a:p>
          <a:p>
            <a:r>
              <a:rPr lang="en-US" sz="29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Example: Credit Scoring and Fraud Detection</a:t>
            </a:r>
          </a:p>
          <a:p>
            <a:pPr marL="742950" lvl="1" indent="-285750">
              <a:buFont typeface="Arial" panose="020B0604020202020204" pitchFamily="34" charset="0"/>
              <a:buChar char="•"/>
            </a:pP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Description</a:t>
            </a:r>
            <a:r>
              <a:rPr lang="en-US" sz="29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Banks and financial institutions use Random Forest Classifiers to evaluate the creditworthiness of applicants and detect fraudulent transactions.</a:t>
            </a:r>
          </a:p>
          <a:p>
            <a:pPr marL="742950" lvl="1" indent="-285750">
              <a:buFont typeface="Arial" panose="020B0604020202020204" pitchFamily="34" charset="0"/>
              <a:buChar char="•"/>
            </a:pPr>
            <a:r>
              <a:rPr lang="en-US" sz="2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Outcome</a:t>
            </a:r>
            <a:r>
              <a:rPr lang="en-US" sz="29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The model assesses risk factors and patterns in transaction data to make informed decisions on loan approvals and identify suspicious activities.</a:t>
            </a:r>
            <a:endParaRPr lang="en-IN" dirty="0"/>
          </a:p>
        </p:txBody>
      </p:sp>
    </p:spTree>
    <p:extLst>
      <p:ext uri="{BB962C8B-B14F-4D97-AF65-F5344CB8AC3E}">
        <p14:creationId xmlns:p14="http://schemas.microsoft.com/office/powerpoint/2010/main" val="173916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F67442C-D200-05B4-A970-EE91F04A723F}"/>
              </a:ext>
            </a:extLst>
          </p:cNvPr>
          <p:cNvSpPr>
            <a:spLocks noGrp="1"/>
          </p:cNvSpPr>
          <p:nvPr>
            <p:ph type="title"/>
          </p:nvPr>
        </p:nvSpPr>
        <p:spPr>
          <a:xfrm>
            <a:off x="838200" y="365126"/>
            <a:ext cx="9928412" cy="638922"/>
          </a:xfrm>
        </p:spPr>
        <p:txBody>
          <a:bodyPr>
            <a:normAutofit fontScale="90000"/>
          </a:bodyPr>
          <a:lstStyle/>
          <a:p>
            <a:pPr algn="ctr"/>
            <a:r>
              <a:rPr lang="en-US"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rPr>
              <a:t> Conclusion</a:t>
            </a:r>
            <a:endParaRPr lang="en-IN" sz="4800" b="1"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Times New Roman" panose="02020603050405020304" pitchFamily="18" charset="0"/>
              <a:ea typeface="+mn-ea"/>
              <a:cs typeface="Times New Roman" panose="02020603050405020304" pitchFamily="18" charset="0"/>
            </a:endParaRPr>
          </a:p>
        </p:txBody>
      </p:sp>
      <p:sp>
        <p:nvSpPr>
          <p:cNvPr id="5" name="Text Placeholder 4">
            <a:extLst>
              <a:ext uri="{FF2B5EF4-FFF2-40B4-BE49-F238E27FC236}">
                <a16:creationId xmlns:a16="http://schemas.microsoft.com/office/drawing/2014/main" id="{487DDE4E-8F31-780E-2A5A-2FFDC9529FB6}"/>
              </a:ext>
            </a:extLst>
          </p:cNvPr>
          <p:cNvSpPr>
            <a:spLocks noGrp="1"/>
          </p:cNvSpPr>
          <p:nvPr>
            <p:ph type="body" sz="quarter" idx="13"/>
          </p:nvPr>
        </p:nvSpPr>
        <p:spPr>
          <a:xfrm>
            <a:off x="1255059" y="1470212"/>
            <a:ext cx="8576329" cy="2985901"/>
          </a:xfrm>
        </p:spPr>
        <p:txBody>
          <a:bodyPr>
            <a:normAutofit/>
          </a:bodyPr>
          <a:lstStyle/>
          <a:p>
            <a:pPr algn="l"/>
            <a:r>
              <a:rPr lang="en-US" sz="22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Summary: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Disease Prediction Systems enhance early diagnosis and patient care using machine learning.</a:t>
            </a:r>
          </a:p>
          <a:p>
            <a:pPr algn="l"/>
            <a:r>
              <a:rPr lang="en-US" sz="22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Benefits: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Time-saving, reliable predictions, scalable implementation.</a:t>
            </a:r>
          </a:p>
          <a:p>
            <a:pPr algn="l"/>
            <a:r>
              <a:rPr lang="en-US" sz="2400" b="1"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Future Scope: </a:t>
            </a:r>
            <a:r>
              <a:rPr lang="en-US" sz="2000" dirty="0">
                <a:ln w="12700">
                  <a:solidFill>
                    <a:schemeClr val="tx2">
                      <a:lumMod val="75000"/>
                    </a:schemeClr>
                  </a:solidFill>
                  <a:prstDash val="solid"/>
                </a:ln>
                <a:pattFill prst="dkUpDiag">
                  <a:fgClr>
                    <a:schemeClr val="tx2"/>
                  </a:fgClr>
                  <a:bgClr>
                    <a:schemeClr val="tx2">
                      <a:lumMod val="20000"/>
                      <a:lumOff val="80000"/>
                    </a:schemeClr>
                  </a:bgClr>
                </a:patt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Further research to improve accuracy and expand the range of detectable diseases.</a:t>
            </a:r>
          </a:p>
          <a:p>
            <a:endParaRPr lang="en-IN" dirty="0"/>
          </a:p>
        </p:txBody>
      </p:sp>
    </p:spTree>
    <p:extLst>
      <p:ext uri="{BB962C8B-B14F-4D97-AF65-F5344CB8AC3E}">
        <p14:creationId xmlns:p14="http://schemas.microsoft.com/office/powerpoint/2010/main" val="1548484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94C941FF-801E-95F6-85F7-D23C4E97BC5E}"/>
              </a:ext>
            </a:extLst>
          </p:cNvPr>
          <p:cNvSpPr>
            <a:spLocks noGrp="1"/>
          </p:cNvSpPr>
          <p:nvPr>
            <p:ph type="body" sz="quarter" idx="13"/>
          </p:nvPr>
        </p:nvSpPr>
        <p:spPr/>
        <p:txBody>
          <a:bodyPr>
            <a:normAutofit/>
          </a:bodyPr>
          <a:lstStyle/>
          <a:p>
            <a:r>
              <a:rPr lang="en-US" sz="7200" b="1" dirty="0">
                <a:latin typeface="Times New Roman" panose="02020603050405020304" pitchFamily="18" charset="0"/>
                <a:cs typeface="Times New Roman" panose="02020603050405020304" pitchFamily="18" charset="0"/>
              </a:rPr>
              <a:t>Thank you</a:t>
            </a:r>
            <a:endParaRPr lang="en-IN" sz="7200" dirty="0"/>
          </a:p>
        </p:txBody>
      </p:sp>
      <p:pic>
        <p:nvPicPr>
          <p:cNvPr id="7" name="Picture 6">
            <a:extLst>
              <a:ext uri="{FF2B5EF4-FFF2-40B4-BE49-F238E27FC236}">
                <a16:creationId xmlns:a16="http://schemas.microsoft.com/office/drawing/2014/main" id="{7F8A30FE-8327-0E8C-625F-A1AB54CAF0C6}"/>
              </a:ext>
            </a:extLst>
          </p:cNvPr>
          <p:cNvPicPr>
            <a:picLocks noChangeAspect="1"/>
          </p:cNvPicPr>
          <p:nvPr/>
        </p:nvPicPr>
        <p:blipFill>
          <a:blip r:embed="rId2"/>
          <a:stretch>
            <a:fillRect/>
          </a:stretch>
        </p:blipFill>
        <p:spPr>
          <a:xfrm>
            <a:off x="9831388" y="365125"/>
            <a:ext cx="1562100" cy="1562100"/>
          </a:xfrm>
          <a:prstGeom prst="rect">
            <a:avLst/>
          </a:prstGeom>
        </p:spPr>
      </p:pic>
      <p:sp>
        <p:nvSpPr>
          <p:cNvPr id="8" name="TextBox 7">
            <a:extLst>
              <a:ext uri="{FF2B5EF4-FFF2-40B4-BE49-F238E27FC236}">
                <a16:creationId xmlns:a16="http://schemas.microsoft.com/office/drawing/2014/main" id="{7725B70E-BED7-BFC2-C3E5-33E9AA470D29}"/>
              </a:ext>
            </a:extLst>
          </p:cNvPr>
          <p:cNvSpPr txBox="1"/>
          <p:nvPr/>
        </p:nvSpPr>
        <p:spPr>
          <a:xfrm>
            <a:off x="9831388" y="1979890"/>
            <a:ext cx="1535206"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Project QR</a:t>
            </a:r>
            <a:endParaRPr lang="en-IN"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46486F5-F4F9-CF82-4F90-45B775353740}"/>
              </a:ext>
            </a:extLst>
          </p:cNvPr>
          <p:cNvSpPr txBox="1"/>
          <p:nvPr/>
        </p:nvSpPr>
        <p:spPr>
          <a:xfrm>
            <a:off x="2886635" y="6069106"/>
            <a:ext cx="5979459" cy="369332"/>
          </a:xfrm>
          <a:prstGeom prst="rect">
            <a:avLst/>
          </a:prstGeom>
          <a:noFill/>
        </p:spPr>
        <p:txBody>
          <a:bodyPr wrap="square" rtlCol="0">
            <a:spAutoFit/>
          </a:bodyPr>
          <a:lstStyle/>
          <a:p>
            <a:r>
              <a:rPr lang="en-IN" dirty="0">
                <a:hlinkClick r:id="rId3"/>
              </a:rPr>
              <a:t>https://disease-prediction-system-suyash.streamlit.app</a:t>
            </a:r>
            <a:endParaRPr lang="en-IN" dirty="0"/>
          </a:p>
        </p:txBody>
      </p:sp>
    </p:spTree>
    <p:extLst>
      <p:ext uri="{BB962C8B-B14F-4D97-AF65-F5344CB8AC3E}">
        <p14:creationId xmlns:p14="http://schemas.microsoft.com/office/powerpoint/2010/main" val="392754409"/>
      </p:ext>
    </p:extLst>
  </p:cSld>
  <p:clrMapOvr>
    <a:masterClrMapping/>
  </p:clrMapOvr>
</p:sld>
</file>

<file path=ppt/theme/theme1.xml><?xml version="1.0" encoding="utf-8"?>
<a:theme xmlns:a="http://schemas.openxmlformats.org/drawingml/2006/main" name="Office Theme">
  <a:themeElements>
    <a:clrScheme name="Timeline 1">
      <a:dk1>
        <a:srgbClr val="000000"/>
      </a:dk1>
      <a:lt1>
        <a:srgbClr val="FFFFFF"/>
      </a:lt1>
      <a:dk2>
        <a:srgbClr val="333333"/>
      </a:dk2>
      <a:lt2>
        <a:srgbClr val="C8C8C8"/>
      </a:lt2>
      <a:accent1>
        <a:srgbClr val="D14B79"/>
      </a:accent1>
      <a:accent2>
        <a:srgbClr val="F0015E"/>
      </a:accent2>
      <a:accent3>
        <a:srgbClr val="454948"/>
      </a:accent3>
      <a:accent4>
        <a:srgbClr val="363636"/>
      </a:accent4>
      <a:accent5>
        <a:srgbClr val="0363EF"/>
      </a:accent5>
      <a:accent6>
        <a:srgbClr val="0054D9"/>
      </a:accent6>
      <a:hlink>
        <a:srgbClr val="0563C1"/>
      </a:hlink>
      <a:folHlink>
        <a:srgbClr val="C8C7C8"/>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00866710_Rocket timeline_AAS_v4" id="{1D360EB5-73CC-46AE-9BBC-57AE20A2BA4D}" vid="{B2CA956A-C3E8-4A17-B3DE-9E671A362A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22CB456B-5CD8-4C51-A865-23AEF63F09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4AE8B50-B866-4B94-97FD-4F1B62E66297}">
  <ds:schemaRefs>
    <ds:schemaRef ds:uri="http://schemas.microsoft.com/sharepoint/v3/contenttype/forms"/>
  </ds:schemaRefs>
</ds:datastoreItem>
</file>

<file path=customXml/itemProps3.xml><?xml version="1.0" encoding="utf-8"?>
<ds:datastoreItem xmlns:ds="http://schemas.openxmlformats.org/officeDocument/2006/customXml" ds:itemID="{C8E1F229-3589-4181-B634-0A7F17858088}">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Rocket timeline</Template>
  <TotalTime>284</TotalTime>
  <Words>771</Words>
  <Application>Microsoft Office PowerPoint</Application>
  <PresentationFormat>Widescreen</PresentationFormat>
  <Paragraphs>91</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PowerPoint Presentation</vt:lpstr>
      <vt:lpstr>INTRODUCTION</vt:lpstr>
      <vt:lpstr>Background &amp; Requirement </vt:lpstr>
      <vt:lpstr> Literature Survey </vt:lpstr>
      <vt:lpstr>Methodology </vt:lpstr>
      <vt:lpstr>Implementation Techniques</vt:lpstr>
      <vt:lpstr>Case Studies</vt:lpstr>
      <vt:lpstr> 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suyash surve</dc:creator>
  <cp:keywords/>
  <dc:description/>
  <cp:lastModifiedBy>suyash surve</cp:lastModifiedBy>
  <cp:revision>4</cp:revision>
  <dcterms:created xsi:type="dcterms:W3CDTF">2024-07-05T09:21:17Z</dcterms:created>
  <dcterms:modified xsi:type="dcterms:W3CDTF">2024-07-25T17:16:33Z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